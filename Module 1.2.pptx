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0" r:id="rId4"/>
  </p:sldMasterIdLst>
  <p:notesMasterIdLst>
    <p:notesMasterId r:id="rId14"/>
  </p:notesMasterIdLst>
  <p:handoutMasterIdLst>
    <p:handoutMasterId r:id="rId15"/>
  </p:handoutMasterIdLst>
  <p:sldIdLst>
    <p:sldId id="1520" r:id="rId5"/>
    <p:sldId id="1531" r:id="rId6"/>
    <p:sldId id="1535" r:id="rId7"/>
    <p:sldId id="1541" r:id="rId8"/>
    <p:sldId id="1526" r:id="rId9"/>
    <p:sldId id="1523" r:id="rId10"/>
    <p:sldId id="1536" r:id="rId11"/>
    <p:sldId id="1539" r:id="rId12"/>
    <p:sldId id="151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16"/>
  </p:normalViewPr>
  <p:slideViewPr>
    <p:cSldViewPr snapToGrid="0">
      <p:cViewPr varScale="1">
        <p:scale>
          <a:sx n="152" d="100"/>
          <a:sy n="152" d="100"/>
        </p:scale>
        <p:origin x="576" y="10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10/22/2026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10/22/2026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6" y="4421221"/>
            <a:ext cx="10478450" cy="914400"/>
          </a:xfrm>
        </p:spPr>
        <p:txBody>
          <a:bodyPr anchor="t" anchorCtr="0">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3816" y="5335373"/>
            <a:ext cx="10478450" cy="731520"/>
          </a:xfrm>
        </p:spPr>
        <p:txBody>
          <a:bodyPr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Picture Placeholder 10">
            <a:extLst>
              <a:ext uri="{FF2B5EF4-FFF2-40B4-BE49-F238E27FC236}">
                <a16:creationId xmlns:a16="http://schemas.microsoft.com/office/drawing/2014/main" id="{8CC9A669-A9A2-C81A-7659-2BE084D43C34}"/>
              </a:ext>
            </a:extLst>
          </p:cNvPr>
          <p:cNvSpPr>
            <a:spLocks noGrp="1"/>
          </p:cNvSpPr>
          <p:nvPr>
            <p:ph type="pic" sz="quarter" idx="17"/>
          </p:nvPr>
        </p:nvSpPr>
        <p:spPr>
          <a:xfrm>
            <a:off x="0" y="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pic>
        <p:nvPicPr>
          <p:cNvPr id="6" name="Graphic 5">
            <a:extLst>
              <a:ext uri="{FF2B5EF4-FFF2-40B4-BE49-F238E27FC236}">
                <a16:creationId xmlns:a16="http://schemas.microsoft.com/office/drawing/2014/main" id="{46B6C58C-A09F-CD8C-3AD4-3613FA8617A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11227057" y="4519930"/>
            <a:ext cx="36576" cy="521208"/>
          </a:xfrm>
          <a:prstGeom prst="rect">
            <a:avLst/>
          </a:prstGeom>
        </p:spPr>
      </p:pic>
    </p:spTree>
    <p:extLst>
      <p:ext uri="{BB962C8B-B14F-4D97-AF65-F5344CB8AC3E}">
        <p14:creationId xmlns:p14="http://schemas.microsoft.com/office/powerpoint/2010/main" val="3052079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24975" y="831439"/>
            <a:ext cx="10440990" cy="1132258"/>
          </a:xfrm>
        </p:spPr>
        <p:txBody>
          <a:bodyPr>
            <a:normAutofit/>
          </a:bodyPr>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24975" y="2103120"/>
            <a:ext cx="10440989" cy="357729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896419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a:stretch>
          </a:blipFill>
        </p:spPr>
        <p:txBody>
          <a:bodyPr/>
          <a:lstStyle/>
          <a:p>
            <a:r>
              <a:rPr lang="en-US"/>
              <a:t>Click icon to add picture</a:t>
            </a:r>
            <a:endParaRPr lang="en-US" dirty="0"/>
          </a:p>
        </p:txBody>
      </p:sp>
      <p:pic>
        <p:nvPicPr>
          <p:cNvPr id="9" name="Graphic 8">
            <a:extLst>
              <a:ext uri="{FF2B5EF4-FFF2-40B4-BE49-F238E27FC236}">
                <a16:creationId xmlns:a16="http://schemas.microsoft.com/office/drawing/2014/main" id="{57C4ECD9-5950-288D-F0E8-15AB93A0C11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rot="16200000">
            <a:off x="7532546" y="676656"/>
            <a:ext cx="36576" cy="521208"/>
          </a:xfrm>
          <a:prstGeom prst="rect">
            <a:avLst/>
          </a:prstGeom>
        </p:spPr>
      </p:pic>
    </p:spTree>
    <p:extLst>
      <p:ext uri="{BB962C8B-B14F-4D97-AF65-F5344CB8AC3E}">
        <p14:creationId xmlns:p14="http://schemas.microsoft.com/office/powerpoint/2010/main" val="7031977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7073" y="2920382"/>
            <a:ext cx="6675120" cy="2468880"/>
          </a:xfrm>
        </p:spPr>
        <p:txBody>
          <a:bodyPr anchor="t" anchorCtr="0">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7073" y="5413788"/>
            <a:ext cx="6675120" cy="640080"/>
          </a:xfrm>
        </p:spPr>
        <p:txBody>
          <a:bodyPr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7985760" y="0"/>
            <a:ext cx="4206240" cy="6858000"/>
          </a:xfrm>
          <a:blipFill dpi="0" rotWithShape="1">
            <a:blip r:embed="rId2">
              <a:alphaModFix amt="60000"/>
            </a:blip>
            <a:srcRect/>
            <a:stretch>
              <a:fillRect l="-56812"/>
            </a:stretch>
          </a:blipFill>
        </p:spPr>
        <p:txBody>
          <a:bodyPr/>
          <a:lstStyle/>
          <a:p>
            <a:r>
              <a:rPr lang="en-US"/>
              <a:t>Click icon to add picture</a:t>
            </a:r>
            <a:endParaRPr lang="en-US" dirty="0"/>
          </a:p>
        </p:txBody>
      </p:sp>
      <p:pic>
        <p:nvPicPr>
          <p:cNvPr id="4" name="Graphic 3">
            <a:extLst>
              <a:ext uri="{FF2B5EF4-FFF2-40B4-BE49-F238E27FC236}">
                <a16:creationId xmlns:a16="http://schemas.microsoft.com/office/drawing/2014/main" id="{FBEFB6B4-A1CA-B788-D366-460FCF81670F}"/>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925164" y="1893372"/>
            <a:ext cx="36576" cy="521208"/>
          </a:xfrm>
          <a:prstGeom prst="rect">
            <a:avLst/>
          </a:prstGeom>
        </p:spPr>
      </p:pic>
    </p:spTree>
    <p:extLst>
      <p:ext uri="{BB962C8B-B14F-4D97-AF65-F5344CB8AC3E}">
        <p14:creationId xmlns:p14="http://schemas.microsoft.com/office/powerpoint/2010/main" val="4211348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6" y="832850"/>
            <a:ext cx="7478991" cy="3635797"/>
          </a:xfrm>
        </p:spPr>
        <p:txBody>
          <a:bodyPr anchor="t">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3816" y="4526561"/>
            <a:ext cx="6655522" cy="1545336"/>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Graphic 3">
            <a:extLst>
              <a:ext uri="{FF2B5EF4-FFF2-40B4-BE49-F238E27FC236}">
                <a16:creationId xmlns:a16="http://schemas.microsoft.com/office/drawing/2014/main" id="{E5969981-6F14-05AD-84BE-60811ABC8EEF}"/>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11224895" y="911860"/>
            <a:ext cx="36576" cy="521208"/>
          </a:xfrm>
          <a:prstGeom prst="rect">
            <a:avLst/>
          </a:prstGeom>
        </p:spPr>
      </p:pic>
    </p:spTree>
    <p:extLst>
      <p:ext uri="{BB962C8B-B14F-4D97-AF65-F5344CB8AC3E}">
        <p14:creationId xmlns:p14="http://schemas.microsoft.com/office/powerpoint/2010/main" val="662359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6" y="1097280"/>
            <a:ext cx="7876287" cy="3592629"/>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3816" y="5057409"/>
            <a:ext cx="7375466" cy="1014984"/>
          </a:xfrm>
        </p:spPr>
        <p:txBody>
          <a:bodyPr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Graphic 3">
            <a:extLst>
              <a:ext uri="{FF2B5EF4-FFF2-40B4-BE49-F238E27FC236}">
                <a16:creationId xmlns:a16="http://schemas.microsoft.com/office/drawing/2014/main" id="{95D914E6-8049-9561-C97E-2ED8FCDB89E6}"/>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54030" y="676656"/>
            <a:ext cx="36576" cy="521208"/>
          </a:xfrm>
          <a:prstGeom prst="rect">
            <a:avLst/>
          </a:prstGeom>
        </p:spPr>
      </p:pic>
    </p:spTree>
    <p:extLst>
      <p:ext uri="{BB962C8B-B14F-4D97-AF65-F5344CB8AC3E}">
        <p14:creationId xmlns:p14="http://schemas.microsoft.com/office/powerpoint/2010/main" val="39697243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Graphic 3">
            <a:extLst>
              <a:ext uri="{FF2B5EF4-FFF2-40B4-BE49-F238E27FC236}">
                <a16:creationId xmlns:a16="http://schemas.microsoft.com/office/drawing/2014/main" id="{B7AB9D02-BDB0-5420-CBA2-3044DDB6D79D}"/>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077712" y="679622"/>
            <a:ext cx="36576" cy="521208"/>
          </a:xfrm>
          <a:prstGeom prst="rect">
            <a:avLst/>
          </a:prstGeom>
        </p:spPr>
      </p:pic>
    </p:spTree>
    <p:extLst>
      <p:ext uri="{BB962C8B-B14F-4D97-AF65-F5344CB8AC3E}">
        <p14:creationId xmlns:p14="http://schemas.microsoft.com/office/powerpoint/2010/main" val="31134968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B7FFBE8-95FC-A978-8212-6B5D8F34CC6D}"/>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7047762" y="676656"/>
            <a:ext cx="36576" cy="52120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8461" y="1561943"/>
            <a:ext cx="4681728" cy="4569825"/>
          </a:xfrm>
        </p:spPr>
        <p:txBody>
          <a:bodyPr anchor="b">
            <a:normAutofit/>
          </a:bodyPr>
          <a:lstStyle>
            <a:lvl1pPr algn="l">
              <a:defRPr sz="40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8DA51E07-C561-85B3-141B-4157C0521FB7}"/>
              </a:ext>
            </a:extLst>
          </p:cNvPr>
          <p:cNvSpPr>
            <a:spLocks noGrp="1"/>
          </p:cNvSpPr>
          <p:nvPr>
            <p:ph type="pic" sz="quarter" idx="13"/>
          </p:nvPr>
        </p:nvSpPr>
        <p:spPr>
          <a:xfrm>
            <a:off x="0" y="0"/>
            <a:ext cx="6095994" cy="6858000"/>
          </a:xfrm>
          <a:blipFill dpi="0" rotWithShape="1">
            <a:blip r:embed="rId3">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8847022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1C35429-0BEB-CBD1-23C7-BE3E81942C9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5" y="1196492"/>
            <a:ext cx="10107029" cy="4935272"/>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22863360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5" y="1196492"/>
            <a:ext cx="4800600" cy="4935272"/>
          </a:xfrm>
        </p:spPr>
        <p:txBody>
          <a:bodyPr anchor="b">
            <a:normAutofit/>
          </a:bodyPr>
          <a:lstStyle>
            <a:lvl1pPr algn="l">
              <a:defRPr sz="4000"/>
            </a:lvl1p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F85F708B-992C-821E-50D2-07A27EDFA154}"/>
              </a:ext>
            </a:extLst>
          </p:cNvPr>
          <p:cNvSpPr>
            <a:spLocks noGrp="1"/>
          </p:cNvSpPr>
          <p:nvPr>
            <p:ph type="pic" sz="quarter" idx="13"/>
          </p:nvPr>
        </p:nvSpPr>
        <p:spPr>
          <a:xfrm>
            <a:off x="6096006" y="0"/>
            <a:ext cx="6095994" cy="6858000"/>
          </a:xfrm>
          <a:blipFill dpi="0" rotWithShape="1">
            <a:blip r:embed="rId2">
              <a:alphaModFix amt="60000"/>
            </a:blip>
            <a:srcRect/>
            <a:stretch>
              <a:fillRect/>
            </a:stretch>
          </a:blipFill>
        </p:spPr>
        <p:txBody>
          <a:bodyPr/>
          <a:lstStyle/>
          <a:p>
            <a:r>
              <a:rPr lang="en-US"/>
              <a:t>Click icon to add picture</a:t>
            </a:r>
            <a:endParaRPr lang="en-US" dirty="0"/>
          </a:p>
        </p:txBody>
      </p:sp>
      <p:pic>
        <p:nvPicPr>
          <p:cNvPr id="3" name="Graphic 2">
            <a:extLst>
              <a:ext uri="{FF2B5EF4-FFF2-40B4-BE49-F238E27FC236}">
                <a16:creationId xmlns:a16="http://schemas.microsoft.com/office/drawing/2014/main" id="{71C35429-0BEB-CBD1-23C7-BE3E81942C9C}"/>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rot="16200000">
            <a:off x="1177710" y="676656"/>
            <a:ext cx="36576" cy="521208"/>
          </a:xfrm>
          <a:prstGeom prst="rect">
            <a:avLst/>
          </a:prstGeom>
        </p:spPr>
      </p:pic>
    </p:spTree>
    <p:extLst>
      <p:ext uri="{BB962C8B-B14F-4D97-AF65-F5344CB8AC3E}">
        <p14:creationId xmlns:p14="http://schemas.microsoft.com/office/powerpoint/2010/main" val="22634859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9F53EAF-F066-AFDA-2C25-8F96143C7AFD}"/>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11224895" y="911860"/>
            <a:ext cx="36576" cy="5212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810063"/>
            <a:ext cx="8467558" cy="1554480"/>
          </a:xfrm>
        </p:spPr>
        <p:txBody>
          <a:bodyPr anchor="t" anchorCtr="0">
            <a:normAutofit/>
          </a:bodyPr>
          <a:lstStyle>
            <a:lvl1pPr>
              <a:defRPr sz="4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13816" y="2380995"/>
            <a:ext cx="8869680" cy="329184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655852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1302209"/>
            <a:ext cx="5577962" cy="4807131"/>
          </a:xfrm>
        </p:spPr>
        <p:txBody>
          <a:bodyPr anchor="b">
            <a:normAutofit/>
          </a:bodyPr>
          <a:lstStyle>
            <a:lvl1pPr>
              <a:defRPr sz="3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411808" y="1884121"/>
            <a:ext cx="3596952" cy="4151675"/>
          </a:xfrm>
        </p:spPr>
        <p:txBody>
          <a:bodyPr anchor="b" anchorCtr="0">
            <a:normAutofit/>
          </a:bodyPr>
          <a:lstStyle>
            <a:lvl1pPr marL="0" indent="0">
              <a:spcAft>
                <a:spcPts val="1000"/>
              </a:spcAft>
              <a:buFontTx/>
              <a:buNone/>
              <a:defRPr sz="1800"/>
            </a:lvl1pPr>
            <a:lvl2pPr marL="228600" indent="0">
              <a:spcAft>
                <a:spcPts val="1000"/>
              </a:spcAft>
              <a:buFontTx/>
              <a:buNone/>
              <a:defRPr sz="1600"/>
            </a:lvl2pPr>
            <a:lvl3pPr marL="457200" indent="0">
              <a:spcAft>
                <a:spcPts val="1000"/>
              </a:spcAft>
              <a:buFontTx/>
              <a:buNone/>
              <a:defRPr sz="1400"/>
            </a:lvl3pPr>
            <a:lvl4pPr marL="685800" indent="0">
              <a:spcAft>
                <a:spcPts val="1000"/>
              </a:spcAft>
              <a:buFontTx/>
              <a:buNone/>
              <a:defRPr sz="1800"/>
            </a:lvl4pPr>
            <a:lvl5pPr marL="914400" indent="0">
              <a:spcAft>
                <a:spcPts val="1000"/>
              </a:spcAft>
              <a:buFontTx/>
              <a:buNone/>
              <a:defRPr sz="1800"/>
            </a:lvl5pPr>
          </a:lstStyle>
          <a:p>
            <a:pPr lvl="0"/>
            <a:r>
              <a:rPr lang="en-US"/>
              <a:t>Click to 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CDB380E6-DA46-CD20-B419-2C58AADE9DD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7752392" y="675798"/>
            <a:ext cx="36576" cy="521208"/>
          </a:xfrm>
          <a:prstGeom prst="rect">
            <a:avLst/>
          </a:prstGeom>
        </p:spPr>
      </p:pic>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32848" y="803514"/>
            <a:ext cx="429207" cy="365125"/>
          </a:xfrm>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492150" y="799483"/>
            <a:ext cx="4429566" cy="365125"/>
          </a:xfrm>
        </p:spPr>
        <p:txBody>
          <a:bodyPr/>
          <a:lstStyle>
            <a:lvl1pPr algn="ctr">
              <a:defRPr/>
            </a:lvl1pPr>
          </a:lstStyle>
          <a:p>
            <a:pPr algn="l"/>
            <a:endParaRPr lang="en-US" dirty="0"/>
          </a:p>
        </p:txBody>
      </p:sp>
    </p:spTree>
    <p:extLst>
      <p:ext uri="{BB962C8B-B14F-4D97-AF65-F5344CB8AC3E}">
        <p14:creationId xmlns:p14="http://schemas.microsoft.com/office/powerpoint/2010/main" val="3583669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1302209"/>
            <a:ext cx="3234184" cy="4202629"/>
          </a:xfrm>
        </p:spPr>
        <p:txBody>
          <a:bodyPr anchor="ctr" anchorCtr="0">
            <a:normAutofit/>
          </a:bodyPr>
          <a:lstStyle>
            <a:lvl1pPr>
              <a:defRPr sz="3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97524" y="1353163"/>
            <a:ext cx="3596952" cy="4151675"/>
          </a:xfrm>
        </p:spPr>
        <p:txBody>
          <a:bodyPr anchor="ctr" anchorCtr="0">
            <a:normAutofit/>
          </a:bodyPr>
          <a:lstStyle>
            <a:lvl1pPr marL="0" indent="0">
              <a:spcAft>
                <a:spcPts val="1000"/>
              </a:spcAft>
              <a:buFontTx/>
              <a:buNone/>
              <a:defRPr sz="1800"/>
            </a:lvl1pPr>
            <a:lvl2pPr marL="228600" indent="0">
              <a:spcAft>
                <a:spcPts val="1000"/>
              </a:spcAft>
              <a:buFontTx/>
              <a:buNone/>
              <a:defRPr sz="1600"/>
            </a:lvl2pPr>
            <a:lvl3pPr marL="457200" indent="0">
              <a:spcAft>
                <a:spcPts val="1000"/>
              </a:spcAft>
              <a:buFontTx/>
              <a:buNone/>
              <a:defRPr sz="1400"/>
            </a:lvl3pPr>
            <a:lvl4pPr marL="685800" indent="0">
              <a:spcAft>
                <a:spcPts val="1000"/>
              </a:spcAft>
              <a:buFontTx/>
              <a:buNone/>
              <a:defRPr sz="1800"/>
            </a:lvl4pPr>
            <a:lvl5pPr marL="914400" indent="0">
              <a:spcAft>
                <a:spcPts val="1000"/>
              </a:spcAft>
              <a:buFontTx/>
              <a:buNone/>
              <a:defRPr sz="1800"/>
            </a:lvl5pPr>
          </a:lstStyle>
          <a:p>
            <a:pPr lvl="0"/>
            <a:r>
              <a:rPr lang="en-US"/>
              <a:t>Click to 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CDB380E6-DA46-CD20-B419-2C58AADE9DD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9576" y="675798"/>
            <a:ext cx="36576" cy="521208"/>
          </a:xfrm>
          <a:prstGeom prst="rect">
            <a:avLst/>
          </a:prstGeom>
        </p:spPr>
      </p:pic>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36224" y="813816"/>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96386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74732B46-F1F0-7522-FC25-AABA628DA30B}"/>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7104188" y="676656"/>
            <a:ext cx="36576" cy="5212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4552002"/>
            <a:ext cx="4663440" cy="1554480"/>
          </a:xfrm>
        </p:spPr>
        <p:txBody>
          <a:bodyPr anchor="b" anchorCtr="0">
            <a:noAutofit/>
          </a:bodyPr>
          <a:lstStyle>
            <a:lvl1pPr>
              <a:defRPr sz="32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622FFB4D-B5E7-3882-7509-50FC147AD0C1}"/>
              </a:ext>
            </a:extLst>
          </p:cNvPr>
          <p:cNvSpPr>
            <a:spLocks noGrp="1"/>
          </p:cNvSpPr>
          <p:nvPr>
            <p:ph type="pic" sz="quarter" idx="14"/>
          </p:nvPr>
        </p:nvSpPr>
        <p:spPr>
          <a:xfrm>
            <a:off x="923544" y="941832"/>
            <a:ext cx="4179742" cy="2992856"/>
          </a:xfrm>
          <a:blipFill dpi="0" rotWithShape="1">
            <a:blip r:embed="rId3">
              <a:alphaModFix amt="60000"/>
            </a:blip>
            <a:srcRect/>
            <a:stretch>
              <a:fillRect l="-3918" t="-835" b="-338"/>
            </a:stretch>
          </a:blipFill>
        </p:spPr>
        <p:txBody>
          <a:body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36224" y="816682"/>
            <a:ext cx="429207" cy="365125"/>
          </a:xfrm>
        </p:spPr>
        <p:txBody>
          <a:bodyPr/>
          <a:lstStyle>
            <a:lvl1pPr algn="r">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765388" y="2718978"/>
            <a:ext cx="4663440" cy="3337560"/>
          </a:xfrm>
        </p:spPr>
        <p:txBody>
          <a:bodyPr anchor="b" anchorCtr="0">
            <a:normAutofit/>
          </a:bodyPr>
          <a:lstStyle>
            <a:lvl1pPr marL="0" indent="0">
              <a:buFont typeface="+mj-lt"/>
              <a:buNone/>
              <a:defRPr sz="1800"/>
            </a:lvl1pPr>
            <a:lvl2pPr marL="228600" indent="0">
              <a:buFont typeface="+mj-lt"/>
              <a:buNone/>
              <a:defRPr sz="1600"/>
            </a:lvl2pPr>
            <a:lvl3pPr marL="457200" indent="0">
              <a:buFont typeface="+mj-lt"/>
              <a:buNone/>
              <a:defRPr sz="1400"/>
            </a:lvl3pPr>
            <a:lvl4pPr marL="685800" indent="0">
              <a:buFont typeface="+mj-lt"/>
              <a:buNone/>
              <a:defRPr sz="1800"/>
            </a:lvl4pPr>
            <a:lvl5pPr>
              <a:buFont typeface="+mj-lt"/>
              <a:buNone/>
              <a:defRPr sz="18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87598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1C55ED2-79AB-08DC-6DCF-C07F6CBD227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22189" y="1217512"/>
            <a:ext cx="36576" cy="52120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09404" y="2385975"/>
            <a:ext cx="4325112" cy="2454796"/>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2398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6383B9E-F152-84FC-BD1D-4F84C5670DA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57799" y="5660464"/>
            <a:ext cx="36576" cy="52120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5" y="2819320"/>
            <a:ext cx="4372547" cy="2834640"/>
          </a:xfrm>
        </p:spPr>
        <p:txBody>
          <a:bodyPr>
            <a:normAutofit/>
          </a:bodyPr>
          <a:lstStyle>
            <a:lvl1pPr>
              <a:defRPr sz="32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8B0E68BA-9AEE-909E-56B9-A14C4D9AD352}"/>
              </a:ext>
            </a:extLst>
          </p:cNvPr>
          <p:cNvSpPr>
            <a:spLocks noGrp="1"/>
          </p:cNvSpPr>
          <p:nvPr>
            <p:ph type="pic" sz="quarter" idx="14"/>
          </p:nvPr>
        </p:nvSpPr>
        <p:spPr>
          <a:xfrm>
            <a:off x="1" y="0"/>
            <a:ext cx="12191999" cy="2171156"/>
          </a:xfrm>
          <a:blipFill dpi="0" rotWithShape="1">
            <a:blip r:embed="rId3">
              <a:alphaModFix amt="60000"/>
            </a:blip>
            <a:srcRect/>
            <a:stretch>
              <a:fillRect l="1" t="1" r="-5" b="-376"/>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096000" y="2815002"/>
            <a:ext cx="5162550" cy="283464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5717127"/>
            <a:ext cx="1845772"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4534" y="5714645"/>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5437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6" y="848082"/>
            <a:ext cx="4145582" cy="4638825"/>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97419" y="848517"/>
            <a:ext cx="5681662" cy="4818062"/>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5717127"/>
            <a:ext cx="1845772"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4664" y="5714645"/>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907595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6" y="850392"/>
            <a:ext cx="4142232" cy="4940661"/>
          </a:xfrm>
        </p:spPr>
        <p:txBody>
          <a:bodyPr>
            <a:normAutofit/>
          </a:bodyPr>
          <a:lstStyle>
            <a:lvl1pPr>
              <a:defRPr sz="32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457200"/>
            <a:ext cx="1845772"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7607"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66305"/>
            <a:ext cx="6159500" cy="5390822"/>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188239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7901" y="842957"/>
            <a:ext cx="3494314" cy="4768174"/>
          </a:xfrm>
        </p:spPr>
        <p:txBody>
          <a:bodyPr>
            <a:normAutofit/>
          </a:bodyPr>
          <a:lstStyle>
            <a:lvl1pPr>
              <a:defRPr sz="32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457200"/>
            <a:ext cx="1847088"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65504"/>
            <a:ext cx="6766560" cy="5093862"/>
          </a:xfrm>
        </p:spPr>
        <p:txBody>
          <a:bodyPr>
            <a:normAutofit/>
          </a:bodyPr>
          <a:lstStyle>
            <a:lvl1pPr>
              <a:lnSpc>
                <a:spcPct val="90000"/>
              </a:lnSpc>
              <a:defRPr sz="1800"/>
            </a:lvl1pPr>
            <a:lvl2pPr>
              <a:lnSpc>
                <a:spcPct val="90000"/>
              </a:lnSpc>
              <a:defRPr sz="1600"/>
            </a:lvl2pPr>
            <a:lvl3pPr>
              <a:lnSpc>
                <a:spcPct val="90000"/>
              </a:lnSpc>
              <a:defRPr sz="1400"/>
            </a:lvl3pPr>
            <a:lvl4pPr>
              <a:lnSpc>
                <a:spcPct val="90000"/>
              </a:lnSpc>
              <a:defRPr sz="1200"/>
            </a:lvl4pPr>
            <a:lvl5pPr>
              <a:lnSpc>
                <a:spcPct val="90000"/>
              </a:lnSpc>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11192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6209" y="868680"/>
            <a:ext cx="6093225" cy="1143000"/>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437529" cy="6858000"/>
          </a:xfrm>
          <a:blipFill dpi="0" rotWithShape="1">
            <a:blip r:embed="rId2">
              <a:alphaModFix amt="60000"/>
            </a:blip>
            <a:srcRect/>
            <a:stretch>
              <a:fillRect r="-8031"/>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869680" y="457200"/>
            <a:ext cx="1845772" cy="365125"/>
          </a:xfrm>
        </p:spPr>
        <p:txBody>
          <a:bodyPr/>
          <a:lstStyle>
            <a:lvl1pPr algn="r">
              <a:defRPr/>
            </a:lvl1p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0939833"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6209" y="2017058"/>
            <a:ext cx="6071616" cy="4489704"/>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237749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190" y="822960"/>
            <a:ext cx="6135624" cy="1143000"/>
          </a:xfrm>
        </p:spPr>
        <p:txBody>
          <a:bodyPr anchor="b"/>
          <a:lstStyle/>
          <a:p>
            <a:r>
              <a:rPr lang="en-US"/>
              <a:t>Click to edit Master title style</a:t>
            </a:r>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817903" y="457200"/>
            <a:ext cx="429207" cy="365125"/>
          </a:xfrm>
        </p:spPr>
        <p:txBody>
          <a:bodyPr/>
          <a:lstStyle/>
          <a:p>
            <a:fld id="{CC057153-B650-4DEB-B370-79DDCFDCE934}" type="slidenum">
              <a:rPr lang="en-US" smtClean="0"/>
              <a:t>‹#›</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1490472" y="457200"/>
            <a:ext cx="1847088" cy="365125"/>
          </a:xfrm>
        </p:spPr>
        <p:txBody>
          <a:body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17316" y="2057402"/>
            <a:ext cx="6135624" cy="4489704"/>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503081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08854" y="829325"/>
            <a:ext cx="6858000" cy="932688"/>
          </a:xfrm>
        </p:spPr>
        <p:txBody>
          <a:bodyPr anchor="t" anchorCtr="0"/>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3429000" cy="6858000"/>
          </a:xfrm>
          <a:blipFill dpi="0" rotWithShape="1">
            <a:blip r:embed="rId2">
              <a:alphaModFix amt="60000"/>
            </a:blip>
            <a:srcRect/>
            <a:stretch>
              <a:fillRect r="-17333"/>
            </a:stretch>
          </a:blipFill>
        </p:spPr>
        <p:txBody>
          <a:bodyPr/>
          <a:lstStyle/>
          <a:p>
            <a:r>
              <a:rPr lang="en-US"/>
              <a:t>Click icon to add picture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869680" y="457200"/>
            <a:ext cx="1845772" cy="365125"/>
          </a:xfrm>
        </p:spPr>
        <p:txBody>
          <a:bodyPr/>
          <a:lstStyle>
            <a:lvl1pPr algn="r">
              <a:defRPr/>
            </a:lvl1p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0935476"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08854" y="1878456"/>
            <a:ext cx="6858000" cy="49834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36376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1046" y="4257446"/>
            <a:ext cx="4297661" cy="1852154"/>
          </a:xfrm>
        </p:spPr>
        <p:txBody>
          <a:bodyPr anchor="b">
            <a:noAutofit/>
          </a:bodyPr>
          <a:lstStyle>
            <a:lvl1pPr>
              <a:defRPr sz="3200"/>
            </a:lvl1pPr>
          </a:lstStyle>
          <a:p>
            <a:r>
              <a:rPr lang="en-US"/>
              <a:t>Click to edit Master title style</a:t>
            </a:r>
            <a:endParaRPr lang="en-US" dirty="0"/>
          </a:p>
        </p:txBody>
      </p:sp>
      <p:pic>
        <p:nvPicPr>
          <p:cNvPr id="4" name="Graphic 3">
            <a:extLst>
              <a:ext uri="{FF2B5EF4-FFF2-40B4-BE49-F238E27FC236}">
                <a16:creationId xmlns:a16="http://schemas.microsoft.com/office/drawing/2014/main" id="{8F2A913F-34E8-6AA3-93B1-82EC2684015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348844" y="5660464"/>
            <a:ext cx="36576" cy="521208"/>
          </a:xfrm>
          <a:prstGeom prst="rect">
            <a:avLst/>
          </a:prstGeom>
        </p:spPr>
      </p:pic>
      <p:sp>
        <p:nvSpPr>
          <p:cNvPr id="3" name="Picture Placeholder 10">
            <a:extLst>
              <a:ext uri="{FF2B5EF4-FFF2-40B4-BE49-F238E27FC236}">
                <a16:creationId xmlns:a16="http://schemas.microsoft.com/office/drawing/2014/main" id="{A9DF44A2-0708-C962-D4F6-461FBBBE261F}"/>
              </a:ext>
            </a:extLst>
          </p:cNvPr>
          <p:cNvSpPr>
            <a:spLocks noGrp="1"/>
          </p:cNvSpPr>
          <p:nvPr>
            <p:ph type="pic" sz="quarter" idx="13"/>
          </p:nvPr>
        </p:nvSpPr>
        <p:spPr>
          <a:xfrm>
            <a:off x="935034" y="849445"/>
            <a:ext cx="4173673" cy="2913664"/>
          </a:xfrm>
          <a:blipFill dpi="0" rotWithShape="1">
            <a:blip r:embed="rId3">
              <a:alphaModFix amt="60000"/>
            </a:blip>
            <a:srcRect/>
            <a:stretch>
              <a:fillRect b="159"/>
            </a:stretch>
          </a:blipFill>
        </p:spPr>
        <p:txBody>
          <a:body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12179" y="849444"/>
            <a:ext cx="5295472" cy="483489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8869680" y="5719845"/>
            <a:ext cx="1847088" cy="389755"/>
          </a:xfrm>
        </p:spPr>
        <p:txBody>
          <a:bodyPr/>
          <a:lstStyle>
            <a:lvl1pPr algn="r">
              <a:defRPr/>
            </a:lvl1p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928411" y="5746499"/>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33544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09038" y="832804"/>
            <a:ext cx="4361688" cy="1527048"/>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096000" cy="6858000"/>
          </a:xfrm>
          <a:blipFill dpi="0" rotWithShape="1">
            <a:blip r:embed="rId2">
              <a:alphaModFix amt="60000"/>
            </a:blip>
            <a:srcRect/>
            <a:stretch>
              <a:fillRect l="-1" r="-8457"/>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9680" y="457200"/>
            <a:ext cx="1845772"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08975" y="2467805"/>
            <a:ext cx="4362450" cy="409575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875427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33023" y="2132530"/>
            <a:ext cx="4961795" cy="1527048"/>
          </a:xfrm>
        </p:spPr>
        <p:txBody>
          <a:bodyPr anchor="t" anchorCtr="0">
            <a:normAutofit/>
          </a:bodyPr>
          <a:lstStyle>
            <a:lvl1pPr>
              <a:defRPr sz="3200"/>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AA2C06F4-46D4-E31A-FE24-FA262F3070BA}"/>
              </a:ext>
            </a:extLst>
          </p:cNvPr>
          <p:cNvSpPr>
            <a:spLocks noGrp="1"/>
          </p:cNvSpPr>
          <p:nvPr>
            <p:ph type="pic" idx="1"/>
          </p:nvPr>
        </p:nvSpPr>
        <p:spPr>
          <a:xfrm>
            <a:off x="0" y="909016"/>
            <a:ext cx="5685399" cy="5039969"/>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Graphic 2">
            <a:extLst>
              <a:ext uri="{FF2B5EF4-FFF2-40B4-BE49-F238E27FC236}">
                <a16:creationId xmlns:a16="http://schemas.microsoft.com/office/drawing/2014/main" id="{68D34A61-0B4C-7668-21C4-92101CEE4BE3}"/>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6541267" y="1217512"/>
            <a:ext cx="36576" cy="521208"/>
          </a:xfrm>
          <a:prstGeom prst="rect">
            <a:avLst/>
          </a:prstGeom>
        </p:spPr>
      </p:pic>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433023" y="3788229"/>
            <a:ext cx="4961795" cy="1919224"/>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446428" y="5720288"/>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3273" y="5720287"/>
            <a:ext cx="2805405" cy="365125"/>
          </a:xfrm>
        </p:spPr>
        <p:txBody>
          <a:bodyPr/>
          <a:lstStyle>
            <a:lvl1pPr algn="l">
              <a:defRPr>
                <a:solidFill>
                  <a:schemeClr val="tx1"/>
                </a:solidFill>
                <a:effectLst/>
              </a:defRPr>
            </a:lvl1pPr>
          </a:lstStyle>
          <a:p>
            <a:endParaRPr lang="en-US" dirty="0"/>
          </a:p>
        </p:txBody>
      </p:sp>
    </p:spTree>
    <p:extLst>
      <p:ext uri="{BB962C8B-B14F-4D97-AF65-F5344CB8AC3E}">
        <p14:creationId xmlns:p14="http://schemas.microsoft.com/office/powerpoint/2010/main" val="9897803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38094" y="825703"/>
            <a:ext cx="4522936" cy="932688"/>
          </a:xfrm>
        </p:spPr>
        <p:txBody>
          <a:bodyPr anchor="t" anchorCtr="0"/>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5672379" cy="6858000"/>
          </a:xfrm>
          <a:blipFill dpi="0" rotWithShape="1">
            <a:blip r:embed="rId2">
              <a:alphaModFix amt="60000"/>
            </a:blip>
            <a:srcRect/>
            <a:stretch>
              <a:fillRect r="-14454"/>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9680" y="457200"/>
            <a:ext cx="1845772"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748429" y="1789540"/>
            <a:ext cx="4512601" cy="49834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98587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73104"/>
            <a:ext cx="4572000" cy="932688"/>
          </a:xfrm>
        </p:spPr>
        <p:txBody>
          <a:bodyPr anchor="b"/>
          <a:lstStyle>
            <a:lvl1pPr>
              <a:defRPr sz="32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12585" y="457200"/>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72618" y="457200"/>
            <a:ext cx="2805405" cy="365125"/>
          </a:xfrm>
        </p:spPr>
        <p:txBody>
          <a:bodyPr/>
          <a:lstStyle>
            <a:lvl1pPr>
              <a:defRPr>
                <a:solidFill>
                  <a:schemeClr val="tx1"/>
                </a:solidFill>
                <a:effectLst/>
              </a:defRPr>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816" y="1933808"/>
            <a:ext cx="4572000" cy="49834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Picture Placeholder 10">
            <a:extLst>
              <a:ext uri="{FF2B5EF4-FFF2-40B4-BE49-F238E27FC236}">
                <a16:creationId xmlns:a16="http://schemas.microsoft.com/office/drawing/2014/main" id="{3CD55653-C8C9-068F-CF5A-7E1436D7EFA1}"/>
              </a:ext>
            </a:extLst>
          </p:cNvPr>
          <p:cNvSpPr>
            <a:spLocks noGrp="1"/>
          </p:cNvSpPr>
          <p:nvPr>
            <p:ph type="pic" sz="quarter" idx="13"/>
          </p:nvPr>
        </p:nvSpPr>
        <p:spPr>
          <a:xfrm>
            <a:off x="6519621" y="0"/>
            <a:ext cx="5672379" cy="6858000"/>
          </a:xfrm>
          <a:blipFill dpi="0" rotWithShape="1">
            <a:blip r:embed="rId2">
              <a:alphaModFix amt="60000"/>
            </a:blip>
            <a:srcRect/>
            <a:stretch>
              <a:fillRect r="-14454"/>
            </a:stretch>
          </a:blipFill>
        </p:spPr>
        <p:txBody>
          <a:bodyPr/>
          <a:lstStyle/>
          <a:p>
            <a:r>
              <a:rPr lang="en-US"/>
              <a:t>Click icon to add picture</a:t>
            </a:r>
            <a:endParaRPr lang="en-US" dirty="0"/>
          </a:p>
        </p:txBody>
      </p:sp>
    </p:spTree>
    <p:extLst>
      <p:ext uri="{BB962C8B-B14F-4D97-AF65-F5344CB8AC3E}">
        <p14:creationId xmlns:p14="http://schemas.microsoft.com/office/powerpoint/2010/main" val="32607263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66298" y="831603"/>
            <a:ext cx="3401568" cy="1527048"/>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038109" cy="6858000"/>
          </a:xfrm>
          <a:blipFill dpi="0" rotWithShape="1">
            <a:blip r:embed="rId2">
              <a:alphaModFix amt="60000"/>
            </a:blip>
            <a:srcRect/>
            <a:stretch>
              <a:fillRect r="-7758"/>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869680" y="457200"/>
            <a:ext cx="1847088" cy="365125"/>
          </a:xfrm>
        </p:spPr>
        <p:txBody>
          <a:bodyPr/>
          <a:lstStyle>
            <a:lvl1pPr algn="r">
              <a:defRPr/>
            </a:lvl1p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66425" y="2379232"/>
            <a:ext cx="3401568" cy="409575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09857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22960"/>
            <a:ext cx="3401568" cy="1527048"/>
          </a:xfrm>
        </p:spPr>
        <p:txBody>
          <a:bodyPr anchor="b">
            <a:normAutofit/>
          </a:bodyPr>
          <a:lstStyle>
            <a:lvl1pPr>
              <a:defRPr sz="32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21269" y="457200"/>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472" y="457200"/>
            <a:ext cx="1847088" cy="365125"/>
          </a:xfrm>
        </p:spPr>
        <p:txBody>
          <a:bodyPr/>
          <a:lstStyle>
            <a:lvl1pPr>
              <a:defRPr>
                <a:solidFill>
                  <a:schemeClr val="tx1"/>
                </a:solidFill>
                <a:effectLst/>
              </a:defRPr>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816" y="2377440"/>
            <a:ext cx="3401568" cy="4095750"/>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0935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97417" y="822516"/>
            <a:ext cx="3273552" cy="1942773"/>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220197" cy="6858000"/>
          </a:xfrm>
          <a:blipFill dpi="0" rotWithShape="1">
            <a:blip r:embed="rId2">
              <a:alphaModFix amt="60000"/>
            </a:blip>
            <a:srcRect/>
            <a:stretch>
              <a:fillRect l="1" r="-7773"/>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411" y="2778536"/>
            <a:ext cx="3273552" cy="29260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987743" y="5714645"/>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47220" y="5715000"/>
            <a:ext cx="2335165" cy="365125"/>
          </a:xfrm>
        </p:spPr>
        <p:txBody>
          <a:bodyPr/>
          <a:lstStyle/>
          <a:p>
            <a:endParaRPr lang="en-US" dirty="0"/>
          </a:p>
        </p:txBody>
      </p:sp>
    </p:spTree>
    <p:extLst>
      <p:ext uri="{BB962C8B-B14F-4D97-AF65-F5344CB8AC3E}">
        <p14:creationId xmlns:p14="http://schemas.microsoft.com/office/powerpoint/2010/main" val="39572923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9413" y="4299577"/>
            <a:ext cx="3739896" cy="1390330"/>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692106"/>
          </a:xfrm>
          <a:blipFill dpi="0" rotWithShape="1">
            <a:blip r:embed="rId2">
              <a:alphaModFix amt="60000"/>
            </a:blip>
            <a:srcRect/>
            <a:stretch>
              <a:fillRect t="-1" b="-25541"/>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299576"/>
            <a:ext cx="6400800" cy="139033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572690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3791259"/>
            <a:ext cx="2953618" cy="1892808"/>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141683"/>
          </a:xfrm>
          <a:blipFill dpi="0" rotWithShape="1">
            <a:blip r:embed="rId2">
              <a:alphaModFix amt="60000"/>
            </a:blip>
            <a:srcRect/>
            <a:stretch>
              <a:fillRect t="2" b="-20264"/>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3791259"/>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70500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223" y="833527"/>
            <a:ext cx="2953618" cy="1892808"/>
          </a:xfrm>
        </p:spPr>
        <p:txBody>
          <a:bodyPr anchor="t">
            <a:normAutofit/>
          </a:bodyPr>
          <a:lstStyle>
            <a:lvl1pPr>
              <a:defRPr sz="32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9680" y="457200"/>
            <a:ext cx="1847088"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833527"/>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7983993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635034"/>
            <a:ext cx="10972802" cy="970463"/>
          </a:xfrm>
        </p:spPr>
        <p:txBody>
          <a:bodyPr anchor="ct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909210" y="1828800"/>
            <a:ext cx="5701655" cy="4088298"/>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2104" y="5943600"/>
            <a:ext cx="429207" cy="365125"/>
          </a:xfrm>
        </p:spPr>
        <p:txBody>
          <a:bodyPr/>
          <a:lstStyle>
            <a:lvl1pPr algn="l">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472" y="5943600"/>
            <a:ext cx="1845772" cy="365125"/>
          </a:xfrm>
        </p:spPr>
        <p:txBody>
          <a:bodyPr/>
          <a:lstStyle>
            <a:lvl1pPr algn="l">
              <a:defRPr/>
            </a:lvl1pPr>
          </a:lstStyle>
          <a:p>
            <a:endParaRPr lang="en-US" dirty="0"/>
          </a:p>
        </p:txBody>
      </p:sp>
    </p:spTree>
    <p:extLst>
      <p:ext uri="{BB962C8B-B14F-4D97-AF65-F5344CB8AC3E}">
        <p14:creationId xmlns:p14="http://schemas.microsoft.com/office/powerpoint/2010/main" val="30310479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14645"/>
            <a:ext cx="4672584" cy="1453896"/>
          </a:xfrm>
        </p:spPr>
        <p:txBody>
          <a:bodyP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904874" y="2971800"/>
            <a:ext cx="4219217" cy="2968589"/>
          </a:xfrm>
          <a:blipFill dpi="0" rotWithShape="1">
            <a:blip r:embed="rId2">
              <a:alphaModFix amt="60000"/>
            </a:blip>
            <a:srcRect/>
            <a:stretch>
              <a:fillRect l="148" t="-11888" r="-148" b="-11048"/>
            </a:stretch>
          </a:blipFill>
        </p:spPr>
        <p:txBody>
          <a:bodyPr/>
          <a:lstStyle/>
          <a:p>
            <a:r>
              <a:rPr lang="en-US"/>
              <a:t>Click icon to add picture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2104" y="5943600"/>
            <a:ext cx="429207" cy="365125"/>
          </a:xfrm>
        </p:spPr>
        <p:txBody>
          <a:bodyPr/>
          <a:lstStyle>
            <a:lvl1pPr algn="l">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472" y="5943600"/>
            <a:ext cx="1845772" cy="365125"/>
          </a:xfrm>
        </p:spPr>
        <p:txBody>
          <a:bodyPr/>
          <a:lstStyle>
            <a:lvl1pPr algn="l">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94950" y="838031"/>
            <a:ext cx="5585925" cy="5783263"/>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042614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28825"/>
            <a:ext cx="3657603" cy="1453896"/>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953473" y="2662694"/>
            <a:ext cx="2826675" cy="3273309"/>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4" name="Slide Number Placeholder 3">
            <a:extLst>
              <a:ext uri="{FF2B5EF4-FFF2-40B4-BE49-F238E27FC236}">
                <a16:creationId xmlns:a16="http://schemas.microsoft.com/office/drawing/2014/main" id="{47484806-6EE6-E9E7-C756-577E511C944C}"/>
              </a:ext>
            </a:extLst>
          </p:cNvPr>
          <p:cNvSpPr>
            <a:spLocks noGrp="1"/>
          </p:cNvSpPr>
          <p:nvPr>
            <p:ph type="sldNum" sz="quarter" idx="16"/>
          </p:nvPr>
        </p:nvSpPr>
        <p:spPr>
          <a:xfrm>
            <a:off x="830476" y="5943600"/>
            <a:ext cx="429207" cy="365125"/>
          </a:xfrm>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E85E95BE-BAAA-0962-1F37-8E80B5075B4D}"/>
              </a:ext>
            </a:extLst>
          </p:cNvPr>
          <p:cNvSpPr>
            <a:spLocks noGrp="1"/>
          </p:cNvSpPr>
          <p:nvPr>
            <p:ph type="ftr" sz="quarter" idx="15"/>
          </p:nvPr>
        </p:nvSpPr>
        <p:spPr>
          <a:xfrm>
            <a:off x="1490553" y="5943600"/>
            <a:ext cx="1845772" cy="365125"/>
          </a:xfrm>
        </p:spPr>
        <p:txBody>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08493" y="840587"/>
            <a:ext cx="6561138" cy="6035040"/>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578048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7624688" y="4318002"/>
            <a:ext cx="3741303" cy="1727191"/>
          </a:xfrm>
        </p:spPr>
        <p:txBody>
          <a:bodyPr anchor="b" anchorCtr="0">
            <a:normAutofit/>
          </a:bodyPr>
          <a:lstStyle>
            <a:lvl1pP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777240" y="603503"/>
            <a:ext cx="10535513" cy="4334256"/>
          </a:xfrm>
        </p:spPr>
        <p:txBody>
          <a:bodyPr anchor="b">
            <a:normAutofit/>
          </a:bodyPr>
          <a:lstStyle>
            <a:lvl1pPr marL="0" indent="0">
              <a:lnSpc>
                <a:spcPct val="90000"/>
              </a:lnSpc>
              <a:spcBef>
                <a:spcPts val="0"/>
              </a:spcBef>
              <a:buNone/>
              <a:defRPr sz="17500" b="1">
                <a:solidFill>
                  <a:schemeClr val="tx1"/>
                </a:solidFill>
                <a:latin typeface="+mj-lt"/>
                <a:cs typeface="Poppins" pitchFamily="2" charset="77"/>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dirty="0"/>
          </a:p>
        </p:txBody>
      </p:sp>
      <p:pic>
        <p:nvPicPr>
          <p:cNvPr id="3" name="Graphic 2">
            <a:extLst>
              <a:ext uri="{FF2B5EF4-FFF2-40B4-BE49-F238E27FC236}">
                <a16:creationId xmlns:a16="http://schemas.microsoft.com/office/drawing/2014/main" id="{212892AD-A824-80C0-23D0-A50E8E6086C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Tree>
    <p:extLst>
      <p:ext uri="{BB962C8B-B14F-4D97-AF65-F5344CB8AC3E}">
        <p14:creationId xmlns:p14="http://schemas.microsoft.com/office/powerpoint/2010/main" val="10562215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0ABD31F-6790-1046-FAA9-F005395197D6}"/>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733074" y="4520514"/>
            <a:ext cx="7525512" cy="1545336"/>
          </a:xfrm>
        </p:spPr>
        <p:txBody>
          <a:bodyPr anchor="b" anchorCtr="0">
            <a:normAutofit/>
          </a:bodyPr>
          <a:lstStyle>
            <a:lvl1pPr algn="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777240" y="912730"/>
            <a:ext cx="10543032" cy="4206240"/>
          </a:xfrm>
        </p:spPr>
        <p:txBody>
          <a:bodyPr anchor="b">
            <a:normAutofit/>
          </a:bodyPr>
          <a:lstStyle>
            <a:lvl1pPr marL="0" indent="0" algn="l">
              <a:lnSpc>
                <a:spcPct val="90000"/>
              </a:lnSpc>
              <a:buNone/>
              <a:defRPr sz="17500" b="1">
                <a:solidFill>
                  <a:schemeClr val="tx1"/>
                </a:solidFill>
                <a:latin typeface="+mj-lt"/>
                <a:cs typeface="Poppins" pitchFamily="2" charset="77"/>
              </a:defRPr>
            </a:lvl1pPr>
          </a:lstStyle>
          <a:p>
            <a:pPr lvl="0"/>
            <a:r>
              <a:rPr lang="en-US" dirty="0"/>
              <a:t>##%</a:t>
            </a:r>
          </a:p>
        </p:txBody>
      </p:sp>
      <p:sp>
        <p:nvSpPr>
          <p:cNvPr id="5" name="Slide Number Placeholder 4">
            <a:extLst>
              <a:ext uri="{FF2B5EF4-FFF2-40B4-BE49-F238E27FC236}">
                <a16:creationId xmlns:a16="http://schemas.microsoft.com/office/drawing/2014/main" id="{F593D60A-2641-9137-7CFC-67D963578820}"/>
              </a:ext>
            </a:extLst>
          </p:cNvPr>
          <p:cNvSpPr>
            <a:spLocks noGrp="1"/>
          </p:cNvSpPr>
          <p:nvPr>
            <p:ph type="sldNum" sz="quarter" idx="15"/>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7F79D38F-DE10-E2BB-5C22-9A8C0781F15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42901470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889898" y="1318437"/>
            <a:ext cx="4368688" cy="4747413"/>
          </a:xfrm>
        </p:spPr>
        <p:txBody>
          <a:bodyPr anchor="b" anchorCtr="0">
            <a:normAutofit/>
          </a:bodyPr>
          <a:lstStyle>
            <a:lvl1pPr algn="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777240" y="1318437"/>
            <a:ext cx="5318760" cy="5335420"/>
          </a:xfrm>
        </p:spPr>
        <p:txBody>
          <a:bodyPr anchor="b">
            <a:normAutofit/>
          </a:bodyPr>
          <a:lstStyle>
            <a:lvl1pPr marL="0" indent="0" algn="l">
              <a:lnSpc>
                <a:spcPct val="90000"/>
              </a:lnSpc>
              <a:buNone/>
              <a:defRPr sz="17500" b="1">
                <a:solidFill>
                  <a:schemeClr val="tx1"/>
                </a:solidFill>
                <a:latin typeface="+mj-lt"/>
                <a:cs typeface="Poppins" pitchFamily="2" charset="77"/>
              </a:defRPr>
            </a:lvl1pPr>
          </a:lstStyle>
          <a:p>
            <a:pPr lvl="0"/>
            <a:r>
              <a:rPr lang="en-US" dirty="0"/>
              <a:t>##%</a:t>
            </a:r>
          </a:p>
        </p:txBody>
      </p:sp>
      <p:pic>
        <p:nvPicPr>
          <p:cNvPr id="3" name="Graphic 2">
            <a:extLst>
              <a:ext uri="{FF2B5EF4-FFF2-40B4-BE49-F238E27FC236}">
                <a16:creationId xmlns:a16="http://schemas.microsoft.com/office/drawing/2014/main" id="{F17F8DEA-3543-B752-B9E3-AC000CAB4672}"/>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
        <p:nvSpPr>
          <p:cNvPr id="4" name="Footer Placeholder 3">
            <a:extLst>
              <a:ext uri="{FF2B5EF4-FFF2-40B4-BE49-F238E27FC236}">
                <a16:creationId xmlns:a16="http://schemas.microsoft.com/office/drawing/2014/main" id="{67F2F7EA-5D69-7C1B-CCA8-B001A58AE38D}"/>
              </a:ext>
            </a:extLst>
          </p:cNvPr>
          <p:cNvSpPr>
            <a:spLocks noGrp="1"/>
          </p:cNvSpPr>
          <p:nvPr>
            <p:ph type="ftr" sz="quarter" idx="14"/>
          </p:nvPr>
        </p:nvSpPr>
        <p:spPr>
          <a:xfrm>
            <a:off x="8869680" y="722163"/>
            <a:ext cx="1845772" cy="365125"/>
          </a:xfrm>
        </p:spPr>
        <p:txBody>
          <a:bodyPr/>
          <a:lstStyle>
            <a:lvl1pPr algn="r">
              <a:defRPr/>
            </a:lvl1pPr>
          </a:lstStyle>
          <a:p>
            <a:endParaRPr lang="en-US" dirty="0"/>
          </a:p>
        </p:txBody>
      </p:sp>
      <p:sp>
        <p:nvSpPr>
          <p:cNvPr id="5" name="Slide Number Placeholder 4">
            <a:extLst>
              <a:ext uri="{FF2B5EF4-FFF2-40B4-BE49-F238E27FC236}">
                <a16:creationId xmlns:a16="http://schemas.microsoft.com/office/drawing/2014/main" id="{3B75CC0F-ADA3-ABFA-0894-792752304D3D}"/>
              </a:ext>
            </a:extLst>
          </p:cNvPr>
          <p:cNvSpPr>
            <a:spLocks noGrp="1"/>
          </p:cNvSpPr>
          <p:nvPr>
            <p:ph type="sldNum" sz="quarter" idx="15"/>
          </p:nvPr>
        </p:nvSpPr>
        <p:spPr>
          <a:xfrm>
            <a:off x="10936224" y="722163"/>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745525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617F66D-47D7-5FE5-3A3F-34A22FF6A160}"/>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077712" y="5660464"/>
            <a:ext cx="36576" cy="521208"/>
          </a:xfrm>
          <a:prstGeom prst="rect">
            <a:avLst/>
          </a:prstGeom>
        </p:spPr>
      </p:pic>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558436"/>
            <a:ext cx="10543032" cy="4206240"/>
          </a:xfrm>
        </p:spPr>
        <p:txBody>
          <a:bodyPr anchor="b">
            <a:normAutofit/>
          </a:bodyPr>
          <a:lstStyle>
            <a:lvl1pPr marL="0" indent="0" algn="ctr">
              <a:lnSpc>
                <a:spcPct val="90000"/>
              </a:lnSpc>
              <a:buNone/>
              <a:defRPr sz="23200" b="1">
                <a:solidFill>
                  <a:schemeClr val="tx1"/>
                </a:solidFill>
                <a:latin typeface="+mj-lt"/>
                <a:cs typeface="Poppins" pitchFamily="2" charset="77"/>
              </a:defRPr>
            </a:lvl1pPr>
          </a:lstStyle>
          <a:p>
            <a:pPr lvl="0"/>
            <a:r>
              <a:rPr lang="en-US"/>
              <a:t>##%</a:t>
            </a:r>
          </a:p>
        </p:txBody>
      </p:sp>
    </p:spTree>
    <p:extLst>
      <p:ext uri="{BB962C8B-B14F-4D97-AF65-F5344CB8AC3E}">
        <p14:creationId xmlns:p14="http://schemas.microsoft.com/office/powerpoint/2010/main" val="118402318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pic>
        <p:nvPicPr>
          <p:cNvPr id="3" name="Graphic 2">
            <a:extLst>
              <a:ext uri="{FF2B5EF4-FFF2-40B4-BE49-F238E27FC236}">
                <a16:creationId xmlns:a16="http://schemas.microsoft.com/office/drawing/2014/main" id="{4B9366FF-A392-C240-F718-4B73E04621E0}"/>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077712" y="5660464"/>
            <a:ext cx="36576" cy="521208"/>
          </a:xfrm>
          <a:prstGeom prst="rect">
            <a:avLst/>
          </a:prstGeom>
        </p:spPr>
      </p:pic>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626364"/>
            <a:ext cx="8266176" cy="5605272"/>
          </a:xfrm>
        </p:spPr>
        <p:txBody>
          <a:bodyPr anchor="ctr">
            <a:noAutofit/>
          </a:bodyPr>
          <a:lstStyle>
            <a:lvl1pPr marL="0" indent="0" algn="ctr">
              <a:lnSpc>
                <a:spcPct val="100000"/>
              </a:lnSpc>
              <a:buNone/>
              <a:defRPr sz="4000" b="1" i="0" cap="all" spc="50" baseline="0">
                <a:latin typeface="+mj-lt"/>
                <a:cs typeface="Poppins" pitchFamily="2" charset="77"/>
              </a:defRPr>
            </a:lvl1pPr>
            <a:lvl2pPr marL="228600" indent="0" algn="ctr">
              <a:lnSpc>
                <a:spcPct val="100000"/>
              </a:lnSpc>
              <a:buNone/>
              <a:defRPr sz="3600" b="1" i="0" cap="all" spc="50" baseline="0">
                <a:latin typeface="+mj-lt"/>
                <a:cs typeface="Poppins" pitchFamily="2" charset="77"/>
              </a:defRPr>
            </a:lvl2pPr>
            <a:lvl3pPr marL="457200" indent="0" algn="ctr">
              <a:lnSpc>
                <a:spcPct val="100000"/>
              </a:lnSpc>
              <a:buNone/>
              <a:defRPr sz="3200" b="1" i="0" cap="all" spc="50" baseline="0">
                <a:latin typeface="+mj-lt"/>
                <a:cs typeface="Poppins" pitchFamily="2" charset="77"/>
              </a:defRPr>
            </a:lvl3pPr>
            <a:lvl4pPr marL="685800" indent="0" algn="ctr">
              <a:lnSpc>
                <a:spcPct val="100000"/>
              </a:lnSpc>
              <a:buNone/>
              <a:defRPr sz="2800" b="1" i="0" cap="all" spc="50" baseline="0">
                <a:latin typeface="+mj-lt"/>
                <a:cs typeface="Poppins" pitchFamily="2" charset="77"/>
              </a:defRPr>
            </a:lvl4pPr>
            <a:lvl5pPr marL="914400" indent="0" algn="ctr">
              <a:lnSpc>
                <a:spcPct val="100000"/>
              </a:lnSpc>
              <a:buNone/>
              <a:defRPr sz="2400" b="1" i="0" cap="all" spc="50" baseline="0">
                <a:latin typeface="+mj-lt"/>
                <a:cs typeface="Poppins" pitchFamily="2" charset="7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325147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520A179-8E3E-2B95-A97F-C68296952939}"/>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28148" y="921438"/>
            <a:ext cx="36576" cy="521208"/>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813816" y="1996848"/>
            <a:ext cx="8266176" cy="4142232"/>
          </a:xfrm>
        </p:spPr>
        <p:txBody>
          <a:bodyPr anchor="b">
            <a:noAutofit/>
          </a:bodyPr>
          <a:lstStyle>
            <a:lvl1pPr marL="0" indent="0">
              <a:lnSpc>
                <a:spcPct val="100000"/>
              </a:lnSpc>
              <a:buNone/>
              <a:defRPr sz="4000" b="1" i="0" cap="all" spc="50" baseline="0">
                <a:latin typeface="+mj-lt"/>
                <a:cs typeface="Poppins" pitchFamily="2" charset="77"/>
              </a:defRPr>
            </a:lvl1pPr>
            <a:lvl2pPr marL="228600" indent="0">
              <a:lnSpc>
                <a:spcPct val="100000"/>
              </a:lnSpc>
              <a:buNone/>
              <a:defRPr sz="3200" b="1" i="0" cap="all" spc="50" baseline="0">
                <a:latin typeface="+mj-lt"/>
                <a:cs typeface="Poppins" pitchFamily="2" charset="77"/>
              </a:defRPr>
            </a:lvl2pPr>
            <a:lvl3pPr marL="457200" indent="0">
              <a:lnSpc>
                <a:spcPct val="100000"/>
              </a:lnSpc>
              <a:buNone/>
              <a:defRPr sz="2800" b="1" i="0" cap="all" spc="50" baseline="0">
                <a:latin typeface="+mj-lt"/>
                <a:cs typeface="Poppins" pitchFamily="2" charset="77"/>
              </a:defRPr>
            </a:lvl3pPr>
            <a:lvl4pPr marL="685800" indent="0">
              <a:lnSpc>
                <a:spcPct val="100000"/>
              </a:lnSpc>
              <a:buNone/>
              <a:defRPr sz="2400" b="1" i="0" cap="all" spc="50" baseline="0">
                <a:latin typeface="+mj-lt"/>
                <a:cs typeface="Poppins" pitchFamily="2" charset="77"/>
              </a:defRPr>
            </a:lvl4pPr>
            <a:lvl5pPr marL="914400" indent="0">
              <a:lnSpc>
                <a:spcPct val="100000"/>
              </a:lnSpc>
              <a:buNone/>
              <a:defRPr sz="2000" b="1" i="0" cap="all" spc="50" baseline="0">
                <a:latin typeface="+mj-lt"/>
                <a:cs typeface="Poppins" pitchFamily="2" charset="7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49345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824681" y="760672"/>
            <a:ext cx="8266176" cy="5605272"/>
          </a:xfrm>
        </p:spPr>
        <p:txBody>
          <a:bodyPr anchor="t">
            <a:noAutofit/>
          </a:bodyPr>
          <a:lstStyle>
            <a:lvl1pPr marL="0" indent="0">
              <a:lnSpc>
                <a:spcPct val="100000"/>
              </a:lnSpc>
              <a:buNone/>
              <a:defRPr sz="4000" b="1" i="0" cap="all" spc="50" baseline="0">
                <a:latin typeface="+mj-lt"/>
                <a:cs typeface="Poppins" pitchFamily="2" charset="77"/>
              </a:defRPr>
            </a:lvl1pPr>
            <a:lvl2pPr marL="228600" indent="0">
              <a:lnSpc>
                <a:spcPct val="100000"/>
              </a:lnSpc>
              <a:buNone/>
              <a:defRPr sz="3200" b="1" i="0" cap="all" spc="50" baseline="0">
                <a:latin typeface="+mj-lt"/>
                <a:cs typeface="Poppins" pitchFamily="2" charset="77"/>
              </a:defRPr>
            </a:lvl2pPr>
            <a:lvl3pPr marL="457200" indent="0">
              <a:lnSpc>
                <a:spcPct val="100000"/>
              </a:lnSpc>
              <a:buNone/>
              <a:defRPr sz="2800" b="1" i="0" cap="all" spc="50" baseline="0">
                <a:latin typeface="+mj-lt"/>
                <a:cs typeface="Poppins" pitchFamily="2" charset="77"/>
              </a:defRPr>
            </a:lvl3pPr>
            <a:lvl4pPr marL="685800" indent="0">
              <a:lnSpc>
                <a:spcPct val="100000"/>
              </a:lnSpc>
              <a:buNone/>
              <a:defRPr sz="2400" b="1" i="0" cap="all" spc="50" baseline="0">
                <a:latin typeface="+mj-lt"/>
                <a:cs typeface="Poppins" pitchFamily="2" charset="77"/>
              </a:defRPr>
            </a:lvl4pPr>
            <a:lvl5pPr marL="914400" indent="0">
              <a:lnSpc>
                <a:spcPct val="100000"/>
              </a:lnSpc>
              <a:buNone/>
              <a:defRPr sz="2000" b="1" i="0" cap="all" spc="50" baseline="0">
                <a:latin typeface="+mj-lt"/>
                <a:cs typeface="Poppins" pitchFamily="2" charset="7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94584083-25C0-4BCD-77BF-0F4B50C89CE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0986884" y="676656"/>
            <a:ext cx="36576" cy="521208"/>
          </a:xfrm>
          <a:prstGeom prst="rect">
            <a:avLst/>
          </a:prstGeom>
        </p:spPr>
      </p:pic>
      <p:sp>
        <p:nvSpPr>
          <p:cNvPr id="4" name="Footer Placeholder 3">
            <a:extLst>
              <a:ext uri="{FF2B5EF4-FFF2-40B4-BE49-F238E27FC236}">
                <a16:creationId xmlns:a16="http://schemas.microsoft.com/office/drawing/2014/main" id="{74F9D7C9-2DBC-E12A-4A0F-59AD76DB1119}"/>
              </a:ext>
            </a:extLst>
          </p:cNvPr>
          <p:cNvSpPr>
            <a:spLocks noGrp="1"/>
          </p:cNvSpPr>
          <p:nvPr>
            <p:ph type="ftr" sz="quarter" idx="14"/>
          </p:nvPr>
        </p:nvSpPr>
        <p:spPr>
          <a:xfrm>
            <a:off x="8869680" y="5717127"/>
            <a:ext cx="1845772" cy="365125"/>
          </a:xfrm>
        </p:spPr>
        <p:txBody>
          <a:bodyPr/>
          <a:lstStyle>
            <a:lvl1pPr algn="r">
              <a:defRPr/>
            </a:lvl1pPr>
          </a:lstStyle>
          <a:p>
            <a:endParaRPr lang="en-US" dirty="0"/>
          </a:p>
        </p:txBody>
      </p:sp>
      <p:sp>
        <p:nvSpPr>
          <p:cNvPr id="5" name="Slide Number Placeholder 4">
            <a:extLst>
              <a:ext uri="{FF2B5EF4-FFF2-40B4-BE49-F238E27FC236}">
                <a16:creationId xmlns:a16="http://schemas.microsoft.com/office/drawing/2014/main" id="{03A58948-847F-22CD-2AA2-CF3475976FFB}"/>
              </a:ext>
            </a:extLst>
          </p:cNvPr>
          <p:cNvSpPr>
            <a:spLocks noGrp="1"/>
          </p:cNvSpPr>
          <p:nvPr>
            <p:ph type="sldNum" sz="quarter" idx="15"/>
          </p:nvPr>
        </p:nvSpPr>
        <p:spPr>
          <a:xfrm>
            <a:off x="10936224" y="5714645"/>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491040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12600" y="5601041"/>
            <a:ext cx="8229600" cy="466344"/>
          </a:xfrm>
        </p:spPr>
        <p:txBody>
          <a:bodyPr anchor="ctr">
            <a:normAutofit/>
          </a:bodyPr>
          <a:lstStyle>
            <a:lvl1pPr>
              <a:lnSpc>
                <a:spcPct val="120000"/>
              </a:lnSpc>
              <a:defRPr sz="2000" b="0" i="0" cap="none" baseline="0">
                <a:solidFill>
                  <a:schemeClr val="tx1"/>
                </a:solidFill>
                <a:latin typeface="+mn-lt"/>
                <a:cs typeface="Poppins Light" pitchFamily="2" charset="77"/>
              </a:defRPr>
            </a:lvl1pPr>
          </a:lstStyle>
          <a:p>
            <a:r>
              <a:rPr lang="en-US" dirty="0"/>
              <a:t>Quote Author</a:t>
            </a:r>
          </a:p>
        </p:txBody>
      </p:sp>
      <p:pic>
        <p:nvPicPr>
          <p:cNvPr id="3" name="Graphic 2">
            <a:extLst>
              <a:ext uri="{FF2B5EF4-FFF2-40B4-BE49-F238E27FC236}">
                <a16:creationId xmlns:a16="http://schemas.microsoft.com/office/drawing/2014/main" id="{8025C941-1D26-5955-DC05-31D96A1D00E3}"/>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0983213" y="5660464"/>
            <a:ext cx="36576" cy="521208"/>
          </a:xfrm>
          <a:prstGeom prst="rect">
            <a:avLst/>
          </a:prstGeom>
        </p:spPr>
      </p:pic>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792280" y="776028"/>
            <a:ext cx="8229600" cy="4572000"/>
          </a:xfrm>
        </p:spPr>
        <p:txBody>
          <a:bodyPr anchor="t" anchorCtr="0">
            <a:normAutofit/>
          </a:bodyPr>
          <a:lstStyle>
            <a:lvl1pPr marL="164592" indent="-164592">
              <a:lnSpc>
                <a:spcPct val="100000"/>
              </a:lnSpc>
              <a:spcBef>
                <a:spcPts val="0"/>
              </a:spcBef>
              <a:buNone/>
              <a:defRPr sz="4000" b="1" cap="all" spc="50" baseline="0">
                <a:latin typeface="+mj-lt"/>
                <a:cs typeface="Poppins" pitchFamily="2" charset="77"/>
              </a:defRPr>
            </a:lvl1pPr>
          </a:lstStyle>
          <a:p>
            <a:pPr lvl="0"/>
            <a:r>
              <a:rPr lang="en-US" dirty="0"/>
              <a:t>Click to add Quote</a:t>
            </a:r>
          </a:p>
        </p:txBody>
      </p:sp>
    </p:spTree>
    <p:extLst>
      <p:ext uri="{BB962C8B-B14F-4D97-AF65-F5344CB8AC3E}">
        <p14:creationId xmlns:p14="http://schemas.microsoft.com/office/powerpoint/2010/main" val="33795346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802977"/>
            <a:ext cx="9043416" cy="466344"/>
          </a:xfrm>
        </p:spPr>
        <p:txBody>
          <a:bodyPr anchor="ctr">
            <a:normAutofit/>
          </a:bodyPr>
          <a:lstStyle>
            <a:lvl1pPr>
              <a:lnSpc>
                <a:spcPct val="120000"/>
              </a:lnSpc>
              <a:defRPr sz="2000" b="0" i="0" cap="none" spc="0" baseline="0">
                <a:solidFill>
                  <a:schemeClr val="tx1"/>
                </a:solidFill>
                <a:latin typeface="+mn-lt"/>
                <a:cs typeface="Poppins Light" pitchFamily="2" charset="77"/>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1" i="0" cap="all" spc="50" baseline="0">
                <a:latin typeface="+mj-lt"/>
                <a:cs typeface="Poppins" pitchFamily="2" charset="77"/>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7953749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444" y="4572000"/>
            <a:ext cx="8805672" cy="466344"/>
          </a:xfrm>
        </p:spPr>
        <p:txBody>
          <a:bodyPr anchor="ctr">
            <a:normAutofit/>
          </a:bodyPr>
          <a:lstStyle>
            <a:lvl1pPr>
              <a:lnSpc>
                <a:spcPct val="120000"/>
              </a:lnSpc>
              <a:defRPr sz="2000" b="0" i="0" cap="none" spc="0" baseline="0">
                <a:solidFill>
                  <a:schemeClr val="tx1"/>
                </a:solidFill>
                <a:latin typeface="+mn-lt"/>
                <a:cs typeface="Poppins Light" pitchFamily="2" charset="77"/>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7720" y="944880"/>
            <a:ext cx="8961120" cy="3474720"/>
          </a:xfrm>
        </p:spPr>
        <p:txBody>
          <a:bodyPr anchor="ctr">
            <a:normAutofit/>
          </a:bodyPr>
          <a:lstStyle>
            <a:lvl1pPr marL="164592" indent="-164592">
              <a:lnSpc>
                <a:spcPct val="100000"/>
              </a:lnSpc>
              <a:spcBef>
                <a:spcPts val="0"/>
              </a:spcBef>
              <a:buNone/>
              <a:defRPr sz="4200" b="1" i="0" cap="all" spc="50" baseline="0">
                <a:latin typeface="+mj-lt"/>
                <a:cs typeface="Poppins" pitchFamily="2" charset="77"/>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2877286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9723" y="829551"/>
            <a:ext cx="10741152" cy="1132258"/>
          </a:xfrm>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553" y="457200"/>
            <a:ext cx="1845772" cy="365125"/>
          </a:xfrm>
        </p:spPr>
        <p:txBody>
          <a:bodyPr/>
          <a:lstStyle/>
          <a:p>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09723" y="1980371"/>
            <a:ext cx="5181600" cy="4351338"/>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369148" y="1980371"/>
            <a:ext cx="5181600" cy="4351338"/>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588687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2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1615443"/>
            <a:ext cx="3437583" cy="4099202"/>
          </a:xfrm>
        </p:spPr>
        <p:txBody>
          <a:bodyPr>
            <a:normAutofit/>
          </a:bodyPr>
          <a:lstStyle>
            <a:lvl1pPr>
              <a:defRPr sz="32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7FBFB58-BD7D-0E9B-7D02-1BE0CDCEA434}"/>
              </a:ext>
            </a:extLst>
          </p:cNvPr>
          <p:cNvSpPr>
            <a:spLocks noGrp="1"/>
          </p:cNvSpPr>
          <p:nvPr>
            <p:ph type="pic" sz="quarter" idx="15"/>
          </p:nvPr>
        </p:nvSpPr>
        <p:spPr>
          <a:xfrm>
            <a:off x="0" y="0"/>
            <a:ext cx="12192000" cy="972457"/>
          </a:xfrm>
          <a:blipFill dpi="0" rotWithShape="1">
            <a:blip r:embed="rId2">
              <a:alphaModFix amt="60000"/>
            </a:blip>
            <a:srcRect/>
            <a:stretch>
              <a:fillRect l="1" t="1" r="-5" b="-482"/>
            </a:stretch>
          </a:blipFill>
        </p:spPr>
        <p:txBody>
          <a:bodyPr/>
          <a:lstStyle/>
          <a:p>
            <a:r>
              <a:rPr lang="en-US"/>
              <a:t>Click icon to add picture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151840" y="1615442"/>
            <a:ext cx="6119865" cy="2011680"/>
          </a:xfrm>
        </p:spPr>
        <p:txBody>
          <a:bodyPr>
            <a:normAutofit/>
          </a:bodyPr>
          <a:lstStyle>
            <a:lvl1pPr marL="0" indent="0">
              <a:lnSpc>
                <a:spcPct val="90000"/>
              </a:lnSpc>
              <a:buNone/>
              <a:defRPr sz="1800"/>
            </a:lvl1pPr>
            <a:lvl2pPr marL="228600" indent="0">
              <a:lnSpc>
                <a:spcPct val="90000"/>
              </a:lnSpc>
              <a:buNone/>
              <a:defRPr sz="1600"/>
            </a:lvl2pPr>
            <a:lvl3pPr marL="457200" indent="0">
              <a:lnSpc>
                <a:spcPct val="90000"/>
              </a:lnSpc>
              <a:buNone/>
              <a:defRPr sz="1400"/>
            </a:lvl3pPr>
            <a:lvl4pPr marL="685800" indent="0">
              <a:lnSpc>
                <a:spcPct val="90000"/>
              </a:lnSpc>
              <a:buNone/>
              <a:defRPr sz="1200"/>
            </a:lvl4pPr>
            <a:lvl5pPr marL="914400" indent="0">
              <a:lnSpc>
                <a:spcPct val="90000"/>
              </a:lnSpc>
              <a:buNone/>
              <a:defRPr sz="1100"/>
            </a:lvl5pPr>
          </a:lstStyle>
          <a:p>
            <a:pPr lvl="0"/>
            <a:r>
              <a:rPr lang="en-US"/>
              <a:t>Click to edit Master text styles</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5148775" y="3945380"/>
            <a:ext cx="6119865" cy="2011680"/>
          </a:xfrm>
        </p:spPr>
        <p:txBody>
          <a:bodyPr>
            <a:normAutofit/>
          </a:bodyPr>
          <a:lstStyle>
            <a:lvl1pPr marL="0" indent="0">
              <a:lnSpc>
                <a:spcPct val="90000"/>
              </a:lnSpc>
              <a:buNone/>
              <a:defRPr sz="1800"/>
            </a:lvl1pPr>
            <a:lvl2pPr marL="228600" indent="0">
              <a:lnSpc>
                <a:spcPct val="90000"/>
              </a:lnSpc>
              <a:buNone/>
              <a:defRPr sz="1600"/>
            </a:lvl2pPr>
            <a:lvl3pPr marL="457200" indent="0">
              <a:lnSpc>
                <a:spcPct val="90000"/>
              </a:lnSpc>
              <a:buNone/>
              <a:defRPr sz="1400"/>
            </a:lvl3pPr>
            <a:lvl4pPr marL="685800" indent="0">
              <a:lnSpc>
                <a:spcPct val="90000"/>
              </a:lnSpc>
              <a:buNone/>
              <a:defRPr sz="1200"/>
            </a:lvl4pPr>
            <a:lvl5pPr marL="914400" indent="0">
              <a:lnSpc>
                <a:spcPct val="90000"/>
              </a:lnSpc>
              <a:buNone/>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0476" y="5943600"/>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553" y="5943600"/>
            <a:ext cx="1845772" cy="365125"/>
          </a:xfrm>
        </p:spPr>
        <p:txBody>
          <a:bodyPr/>
          <a:lstStyle/>
          <a:p>
            <a:endParaRPr lang="en-US" dirty="0"/>
          </a:p>
        </p:txBody>
      </p:sp>
    </p:spTree>
    <p:extLst>
      <p:ext uri="{BB962C8B-B14F-4D97-AF65-F5344CB8AC3E}">
        <p14:creationId xmlns:p14="http://schemas.microsoft.com/office/powerpoint/2010/main" val="40923887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09625" y="830733"/>
            <a:ext cx="10439463" cy="1143292"/>
          </a:xfrm>
        </p:spPr>
        <p:txBody>
          <a:bodyPr/>
          <a:lstStyle/>
          <a:p>
            <a:r>
              <a:rPr lang="en-US"/>
              <a:t>Click to edit Master title style</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1490553" y="457200"/>
            <a:ext cx="1845772" cy="365125"/>
          </a:xfrm>
        </p:spPr>
        <p:txBody>
          <a:bodyPr/>
          <a:lstStyle/>
          <a:p>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09625" y="2007011"/>
            <a:ext cx="4937760" cy="559834"/>
          </a:xfrm>
        </p:spPr>
        <p:txBody>
          <a:bodyPr anchor="b">
            <a:normAutofit/>
          </a:bodyPr>
          <a:lstStyle>
            <a:lvl1pPr marL="0" indent="0">
              <a:lnSpc>
                <a:spcPct val="90000"/>
              </a:lnSpc>
              <a:buNone/>
              <a:defRPr sz="2000" b="1" i="0" cap="all" baseline="0">
                <a:latin typeface="Poppins" pitchFamily="2" charset="77"/>
                <a:cs typeface="Poppi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30246" y="2007011"/>
            <a:ext cx="4937760" cy="559834"/>
          </a:xfrm>
        </p:spPr>
        <p:txBody>
          <a:bodyPr anchor="b">
            <a:normAutofit/>
          </a:bodyPr>
          <a:lstStyle>
            <a:lvl1pPr marL="0" indent="0">
              <a:lnSpc>
                <a:spcPct val="90000"/>
              </a:lnSpc>
              <a:buNone/>
              <a:defRPr sz="2000" b="1" i="0" cap="all" baseline="0">
                <a:latin typeface="Poppins" pitchFamily="2" charset="77"/>
                <a:cs typeface="Poppi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09625" y="2708876"/>
            <a:ext cx="4937760" cy="3763963"/>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330246" y="2708876"/>
            <a:ext cx="4937760" cy="3763963"/>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672012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516938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8268831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13816" y="847531"/>
            <a:ext cx="3595634" cy="1757505"/>
          </a:xfrm>
        </p:spPr>
        <p:txBody>
          <a:bodyPr anchor="t">
            <a:normAutofit/>
          </a:bodyPr>
          <a:lstStyle>
            <a:lvl1pPr>
              <a:defRPr sz="2800"/>
            </a:lvl1pPr>
          </a:lstStyle>
          <a:p>
            <a:r>
              <a:rPr lang="en-US"/>
              <a:t>Click to edit Master title style</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1490553" y="457200"/>
            <a:ext cx="1845772" cy="365125"/>
          </a:xfrm>
        </p:spPr>
        <p:txBody>
          <a:bodyPr/>
          <a:lstStyle/>
          <a:p>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13816" y="2605036"/>
            <a:ext cx="3595634" cy="3993263"/>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13868" y="842371"/>
            <a:ext cx="6440258" cy="5755109"/>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671612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13816" y="894666"/>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3816" y="3163019"/>
            <a:ext cx="3585586" cy="3434638"/>
          </a:xfrm>
        </p:spPr>
        <p:txBody>
          <a:bodyPr anchor="t" anchorCtr="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589154" y="894665"/>
            <a:ext cx="5685399" cy="5039969"/>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869680" y="5934634"/>
            <a:ext cx="1845772"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36224" y="5943600"/>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351955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5390" y="826903"/>
            <a:ext cx="7342307" cy="1133856"/>
          </a:xfrm>
        </p:spPr>
        <p:txBody>
          <a:bodyPr anchor="t" anchorCtr="0">
            <a:noAutofit/>
          </a:bodyPr>
          <a:lstStyle>
            <a:lvl1pPr algn="l">
              <a:defRPr sz="320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490553" y="457200"/>
            <a:ext cx="1845772" cy="365125"/>
          </a:xfrm>
        </p:spPr>
        <p:txBody>
          <a:bodyPr/>
          <a:lstStyle/>
          <a:p>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15390" y="1996874"/>
            <a:ext cx="10467653" cy="274320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3" name="Picture Placeholder 10">
            <a:extLst>
              <a:ext uri="{FF2B5EF4-FFF2-40B4-BE49-F238E27FC236}">
                <a16:creationId xmlns:a16="http://schemas.microsoft.com/office/drawing/2014/main" id="{F099A399-8358-4832-8F28-17D6ED3E7425}"/>
              </a:ext>
            </a:extLst>
          </p:cNvPr>
          <p:cNvSpPr>
            <a:spLocks noGrp="1"/>
          </p:cNvSpPr>
          <p:nvPr>
            <p:ph type="pic" sz="quarter" idx="15"/>
          </p:nvPr>
        </p:nvSpPr>
        <p:spPr>
          <a:xfrm>
            <a:off x="0" y="5885543"/>
            <a:ext cx="12192000" cy="972457"/>
          </a:xfrm>
          <a:blipFill dpi="0" rotWithShape="1">
            <a:blip r:embed="rId2">
              <a:alphaModFix amt="60000"/>
            </a:blip>
            <a:srcRect/>
            <a:stretch>
              <a:fillRect l="1" t="1" r="-5" b="-482"/>
            </a:stretch>
          </a:blipFill>
        </p:spPr>
        <p:txBody>
          <a:bodyPr/>
          <a:lstStyle/>
          <a:p>
            <a:r>
              <a:rPr lang="en-US"/>
              <a:t>Click icon to add picture</a:t>
            </a:r>
            <a:endParaRPr lang="en-US" dirty="0"/>
          </a:p>
        </p:txBody>
      </p:sp>
    </p:spTree>
    <p:extLst>
      <p:ext uri="{BB962C8B-B14F-4D97-AF65-F5344CB8AC3E}">
        <p14:creationId xmlns:p14="http://schemas.microsoft.com/office/powerpoint/2010/main" val="1036967514"/>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6" y="822648"/>
            <a:ext cx="8430767" cy="1842020"/>
          </a:xfrm>
        </p:spPr>
        <p:txBody>
          <a:bodyPr anchor="t" anchorCtr="0">
            <a:noAutofit/>
          </a:bodyPr>
          <a:lstStyle>
            <a:lvl1pPr>
              <a:defRPr sz="3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13816" y="2717420"/>
            <a:ext cx="8430639" cy="1279615"/>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16513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3 Photo">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5390" y="826903"/>
            <a:ext cx="7342307" cy="1133856"/>
          </a:xfrm>
        </p:spPr>
        <p:txBody>
          <a:bodyPr anchor="t" anchorCtr="0">
            <a:noAutofit/>
          </a:bodyPr>
          <a:lstStyle>
            <a:lvl1pPr algn="l">
              <a:defRPr sz="320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490553" y="457200"/>
            <a:ext cx="1845772" cy="365125"/>
          </a:xfrm>
        </p:spPr>
        <p:txBody>
          <a:bodyPr/>
          <a:lstStyle/>
          <a:p>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15390" y="1993392"/>
            <a:ext cx="10467653" cy="1769533"/>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9" name="Picture Placeholder 10">
            <a:extLst>
              <a:ext uri="{FF2B5EF4-FFF2-40B4-BE49-F238E27FC236}">
                <a16:creationId xmlns:a16="http://schemas.microsoft.com/office/drawing/2014/main" id="{6274E4BF-A9CB-F772-DFA6-C511FFC5541A}"/>
              </a:ext>
            </a:extLst>
          </p:cNvPr>
          <p:cNvSpPr>
            <a:spLocks noGrp="1"/>
          </p:cNvSpPr>
          <p:nvPr>
            <p:ph type="pic" sz="quarter" idx="14"/>
          </p:nvPr>
        </p:nvSpPr>
        <p:spPr>
          <a:xfrm>
            <a:off x="1" y="4495800"/>
            <a:ext cx="12191999" cy="2362200"/>
          </a:xfrm>
          <a:blipFill dpi="0" rotWithShape="1">
            <a:blip r:embed="rId2">
              <a:alphaModFix amt="60000"/>
            </a:blip>
            <a:srcRect/>
            <a:stretch>
              <a:fillRect l="1" t="-200" r="-5" b="-346"/>
            </a:stretch>
          </a:blipFill>
        </p:spPr>
        <p:txBody>
          <a:bodyPr/>
          <a:lstStyle/>
          <a:p>
            <a:r>
              <a:rPr lang="en-US"/>
              <a:t>Click icon to add picture</a:t>
            </a:r>
            <a:endParaRPr lang="en-US" dirty="0"/>
          </a:p>
        </p:txBody>
      </p:sp>
    </p:spTree>
    <p:extLst>
      <p:ext uri="{BB962C8B-B14F-4D97-AF65-F5344CB8AC3E}">
        <p14:creationId xmlns:p14="http://schemas.microsoft.com/office/powerpoint/2010/main" val="260639389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816609" y="826658"/>
            <a:ext cx="10447125"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816609" y="1715532"/>
            <a:ext cx="10447125" cy="412519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30476" y="5714645"/>
            <a:ext cx="429207" cy="365125"/>
          </a:xfrm>
          <a:prstGeom prst="rect">
            <a:avLst/>
          </a:prstGeom>
        </p:spPr>
        <p:txBody>
          <a:bodyPr vert="horz" lIns="91440" tIns="45720" rIns="91440" bIns="45720" rtlCol="0" anchor="ctr"/>
          <a:lstStyle>
            <a:lvl1pPr algn="l">
              <a:defRPr sz="1200" b="0" i="0">
                <a:solidFill>
                  <a:schemeClr val="tx1"/>
                </a:solidFill>
                <a:latin typeface="+mn-lt"/>
                <a:cs typeface="Poppins Light" pitchFamily="2" charset="77"/>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90553" y="5717127"/>
            <a:ext cx="1845772" cy="365125"/>
          </a:xfrm>
          <a:prstGeom prst="rect">
            <a:avLst/>
          </a:prstGeom>
        </p:spPr>
        <p:txBody>
          <a:bodyPr vert="horz" lIns="91440" tIns="45720" rIns="91440" bIns="45720" rtlCol="0" anchor="ctr"/>
          <a:lstStyle>
            <a:lvl1pPr algn="l">
              <a:defRPr sz="1200" b="0" i="0">
                <a:solidFill>
                  <a:schemeClr val="tx1"/>
                </a:solidFill>
                <a:latin typeface="+mn-lt"/>
                <a:cs typeface="Poppins Light" pitchFamily="2" charset="77"/>
              </a:defRPr>
            </a:lvl1pPr>
          </a:lstStyle>
          <a:p>
            <a:endParaRPr lang="en-US" dirty="0"/>
          </a:p>
        </p:txBody>
      </p:sp>
    </p:spTree>
    <p:extLst>
      <p:ext uri="{BB962C8B-B14F-4D97-AF65-F5344CB8AC3E}">
        <p14:creationId xmlns:p14="http://schemas.microsoft.com/office/powerpoint/2010/main" val="3754265272"/>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828" r:id="rId10"/>
    <p:sldLayoutId id="2147483780" r:id="rId11"/>
    <p:sldLayoutId id="2147483781" r:id="rId12"/>
    <p:sldLayoutId id="2147483826"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827" r:id="rId23"/>
    <p:sldLayoutId id="2147483793" r:id="rId24"/>
    <p:sldLayoutId id="2147483794" r:id="rId25"/>
    <p:sldLayoutId id="2147483795" r:id="rId26"/>
    <p:sldLayoutId id="2147483796" r:id="rId27"/>
    <p:sldLayoutId id="2147483797" r:id="rId28"/>
    <p:sldLayoutId id="2147483798" r:id="rId29"/>
    <p:sldLayoutId id="2147483799" r:id="rId30"/>
    <p:sldLayoutId id="2147483800" r:id="rId31"/>
    <p:sldLayoutId id="2147483801" r:id="rId32"/>
    <p:sldLayoutId id="2147483802" r:id="rId33"/>
    <p:sldLayoutId id="2147483803" r:id="rId34"/>
    <p:sldLayoutId id="2147483804" r:id="rId35"/>
    <p:sldLayoutId id="2147483805" r:id="rId36"/>
    <p:sldLayoutId id="2147483806" r:id="rId37"/>
    <p:sldLayoutId id="2147483807" r:id="rId38"/>
    <p:sldLayoutId id="2147483808" r:id="rId39"/>
    <p:sldLayoutId id="2147483809" r:id="rId40"/>
    <p:sldLayoutId id="2147483810" r:id="rId41"/>
    <p:sldLayoutId id="2147483811" r:id="rId42"/>
    <p:sldLayoutId id="2147483812" r:id="rId43"/>
    <p:sldLayoutId id="2147483813" r:id="rId44"/>
    <p:sldLayoutId id="2147483814" r:id="rId45"/>
    <p:sldLayoutId id="2147483815" r:id="rId46"/>
    <p:sldLayoutId id="2147483816" r:id="rId47"/>
    <p:sldLayoutId id="2147483817" r:id="rId48"/>
    <p:sldLayoutId id="2147483818" r:id="rId49"/>
    <p:sldLayoutId id="2147483819" r:id="rId50"/>
    <p:sldLayoutId id="2147483820" r:id="rId51"/>
    <p:sldLayoutId id="2147483821" r:id="rId52"/>
    <p:sldLayoutId id="2147483822" r:id="rId53"/>
    <p:sldLayoutId id="2147483823" r:id="rId54"/>
    <p:sldLayoutId id="2147483825" r:id="rId55"/>
    <p:sldLayoutId id="2147483824" r:id="rId56"/>
  </p:sldLayoutIdLst>
  <p:hf sldNum="0" hdr="0" ftr="0" dt="0"/>
  <p:txStyles>
    <p:titleStyle>
      <a:lvl1pPr algn="l" defTabSz="914400" rtl="0" eaLnBrk="1" latinLnBrk="0" hangingPunct="1">
        <a:lnSpc>
          <a:spcPct val="90000"/>
        </a:lnSpc>
        <a:spcBef>
          <a:spcPct val="0"/>
        </a:spcBef>
        <a:buNone/>
        <a:defRPr sz="3600" b="1" kern="1200" cap="all" spc="50" baseline="0">
          <a:solidFill>
            <a:schemeClr val="tx1"/>
          </a:solidFill>
          <a:latin typeface="+mj-lt"/>
          <a:ea typeface="+mj-ea"/>
          <a:cs typeface="Poppins" pitchFamily="2" charset="77"/>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FBEB139-49D2-8D04-86D2-09C06D00D17B}"/>
              </a:ext>
            </a:extLst>
          </p:cNvPr>
          <p:cNvSpPr>
            <a:spLocks noGrp="1"/>
          </p:cNvSpPr>
          <p:nvPr>
            <p:ph type="ctrTitle"/>
          </p:nvPr>
        </p:nvSpPr>
        <p:spPr>
          <a:xfrm>
            <a:off x="817073" y="2920382"/>
            <a:ext cx="6675120" cy="2468880"/>
          </a:xfrm>
        </p:spPr>
        <p:txBody>
          <a:bodyPr/>
          <a:lstStyle/>
          <a:p>
            <a:r>
              <a:rPr lang="en-US" dirty="0"/>
              <a:t>The technology value stream</a:t>
            </a:r>
          </a:p>
        </p:txBody>
      </p:sp>
      <p:sp>
        <p:nvSpPr>
          <p:cNvPr id="12" name="Subtitle 11">
            <a:extLst>
              <a:ext uri="{FF2B5EF4-FFF2-40B4-BE49-F238E27FC236}">
                <a16:creationId xmlns:a16="http://schemas.microsoft.com/office/drawing/2014/main" id="{FA8D9FA2-302E-0315-171F-48BC54215736}"/>
              </a:ext>
            </a:extLst>
          </p:cNvPr>
          <p:cNvSpPr>
            <a:spLocks noGrp="1"/>
          </p:cNvSpPr>
          <p:nvPr>
            <p:ph type="subTitle" idx="1"/>
          </p:nvPr>
        </p:nvSpPr>
        <p:spPr>
          <a:xfrm>
            <a:off x="817073" y="5413788"/>
            <a:ext cx="6675120" cy="640080"/>
          </a:xfrm>
        </p:spPr>
        <p:txBody>
          <a:bodyPr>
            <a:normAutofit fontScale="77500" lnSpcReduction="20000"/>
          </a:bodyPr>
          <a:lstStyle/>
          <a:p>
            <a:r>
              <a:rPr lang="en-US" dirty="0"/>
              <a:t>Garrett Woods</a:t>
            </a:r>
          </a:p>
          <a:p>
            <a:r>
              <a:rPr lang="en-US" dirty="0"/>
              <a:t>Module 1.2</a:t>
            </a:r>
          </a:p>
        </p:txBody>
      </p:sp>
      <p:pic>
        <p:nvPicPr>
          <p:cNvPr id="13" name="Picture Placeholder 12" descr="Clouds on top of the mountain">
            <a:extLst>
              <a:ext uri="{FF2B5EF4-FFF2-40B4-BE49-F238E27FC236}">
                <a16:creationId xmlns:a16="http://schemas.microsoft.com/office/drawing/2014/main" id="{DD13310E-0FDB-12DC-3E02-ED0261ABAB3F}"/>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a:xfrm>
            <a:off x="7985125" y="0"/>
            <a:ext cx="4206875" cy="6858000"/>
          </a:xfrm>
        </p:spPr>
      </p:pic>
    </p:spTree>
    <p:extLst>
      <p:ext uri="{BB962C8B-B14F-4D97-AF65-F5344CB8AC3E}">
        <p14:creationId xmlns:p14="http://schemas.microsoft.com/office/powerpoint/2010/main" val="334291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70BCB1-1398-488A-AB5B-1A8A2227F923}"/>
              </a:ext>
            </a:extLst>
          </p:cNvPr>
          <p:cNvSpPr>
            <a:spLocks noGrp="1"/>
          </p:cNvSpPr>
          <p:nvPr>
            <p:ph type="title"/>
          </p:nvPr>
        </p:nvSpPr>
        <p:spPr>
          <a:xfrm>
            <a:off x="813816" y="1302209"/>
            <a:ext cx="5577962" cy="4807131"/>
          </a:xfrm>
        </p:spPr>
        <p:txBody>
          <a:bodyPr/>
          <a:lstStyle/>
          <a:p>
            <a:r>
              <a:rPr lang="en-US" dirty="0"/>
              <a:t>What is the technology value stream?</a:t>
            </a:r>
          </a:p>
        </p:txBody>
      </p:sp>
      <p:sp>
        <p:nvSpPr>
          <p:cNvPr id="2" name="Content Placeholder 1">
            <a:extLst>
              <a:ext uri="{FF2B5EF4-FFF2-40B4-BE49-F238E27FC236}">
                <a16:creationId xmlns:a16="http://schemas.microsoft.com/office/drawing/2014/main" id="{8BE95F89-8477-A56E-8577-D59A3A670E4D}"/>
              </a:ext>
            </a:extLst>
          </p:cNvPr>
          <p:cNvSpPr>
            <a:spLocks noGrp="1"/>
          </p:cNvSpPr>
          <p:nvPr>
            <p:ph sz="quarter" idx="13"/>
          </p:nvPr>
        </p:nvSpPr>
        <p:spPr>
          <a:xfrm>
            <a:off x="7411808" y="1884121"/>
            <a:ext cx="3596952" cy="4151675"/>
          </a:xfrm>
        </p:spPr>
        <p:txBody>
          <a:bodyPr/>
          <a:lstStyle/>
          <a:p>
            <a:r>
              <a:rPr lang="en-US" dirty="0"/>
              <a:t>The steps needed to change a business idea into a technology-enabled service of feature that delivers value to the customer.</a:t>
            </a:r>
          </a:p>
        </p:txBody>
      </p:sp>
    </p:spTree>
    <p:extLst>
      <p:ext uri="{BB962C8B-B14F-4D97-AF65-F5344CB8AC3E}">
        <p14:creationId xmlns:p14="http://schemas.microsoft.com/office/powerpoint/2010/main" val="3793073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E34F1-7C98-C1DA-D26C-8FB7C8603810}"/>
              </a:ext>
            </a:extLst>
          </p:cNvPr>
          <p:cNvSpPr>
            <a:spLocks noGrp="1"/>
          </p:cNvSpPr>
          <p:nvPr>
            <p:ph type="ctrTitle"/>
          </p:nvPr>
        </p:nvSpPr>
        <p:spPr>
          <a:xfrm>
            <a:off x="843093" y="1650611"/>
            <a:ext cx="4681728" cy="4569825"/>
          </a:xfrm>
        </p:spPr>
        <p:txBody>
          <a:bodyPr/>
          <a:lstStyle/>
          <a:p>
            <a:r>
              <a:rPr lang="en-US" dirty="0"/>
              <a:t>Lead time vs process time</a:t>
            </a:r>
          </a:p>
        </p:txBody>
      </p:sp>
      <p:sp>
        <p:nvSpPr>
          <p:cNvPr id="13" name="TextBox 12">
            <a:extLst>
              <a:ext uri="{FF2B5EF4-FFF2-40B4-BE49-F238E27FC236}">
                <a16:creationId xmlns:a16="http://schemas.microsoft.com/office/drawing/2014/main" id="{32D39CD2-6C33-70D0-D362-6A715CC220A2}"/>
              </a:ext>
            </a:extLst>
          </p:cNvPr>
          <p:cNvSpPr txBox="1"/>
          <p:nvPr/>
        </p:nvSpPr>
        <p:spPr>
          <a:xfrm>
            <a:off x="6149131" y="4189111"/>
            <a:ext cx="4832058" cy="2031325"/>
          </a:xfrm>
          <a:prstGeom prst="rect">
            <a:avLst/>
          </a:prstGeom>
          <a:noFill/>
        </p:spPr>
        <p:txBody>
          <a:bodyPr wrap="square" rtlCol="0">
            <a:spAutoFit/>
          </a:bodyPr>
          <a:lstStyle/>
          <a:p>
            <a:r>
              <a:rPr lang="en-US" dirty="0"/>
              <a:t>Lead time starts when the request is put in while process time starts when you start working on the ticket. If you were building a deck, the lead time would start as soon as you sign the paperwork, but the process time would start when they show up to build the deck.</a:t>
            </a:r>
          </a:p>
        </p:txBody>
      </p:sp>
    </p:spTree>
    <p:extLst>
      <p:ext uri="{BB962C8B-B14F-4D97-AF65-F5344CB8AC3E}">
        <p14:creationId xmlns:p14="http://schemas.microsoft.com/office/powerpoint/2010/main" val="1044852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E61352-1920-1A62-43A4-937BFCA570DC}"/>
              </a:ext>
            </a:extLst>
          </p:cNvPr>
          <p:cNvSpPr>
            <a:spLocks noGrp="1"/>
          </p:cNvSpPr>
          <p:nvPr>
            <p:ph type="title"/>
          </p:nvPr>
        </p:nvSpPr>
        <p:spPr>
          <a:xfrm>
            <a:off x="809404" y="2385975"/>
            <a:ext cx="4325112" cy="2454796"/>
          </a:xfrm>
        </p:spPr>
        <p:txBody>
          <a:bodyPr/>
          <a:lstStyle/>
          <a:p>
            <a:r>
              <a:rPr lang="en-US" dirty="0"/>
              <a:t>My lead time is into the months, why is that?</a:t>
            </a:r>
          </a:p>
        </p:txBody>
      </p:sp>
      <p:sp>
        <p:nvSpPr>
          <p:cNvPr id="2" name="Content Placeholder 1">
            <a:extLst>
              <a:ext uri="{FF2B5EF4-FFF2-40B4-BE49-F238E27FC236}">
                <a16:creationId xmlns:a16="http://schemas.microsoft.com/office/drawing/2014/main" id="{BC1E19BD-5A90-6858-1019-900A42DDACD1}"/>
              </a:ext>
            </a:extLst>
          </p:cNvPr>
          <p:cNvSpPr>
            <a:spLocks noGrp="1"/>
          </p:cNvSpPr>
          <p:nvPr>
            <p:ph sz="quarter" idx="13"/>
          </p:nvPr>
        </p:nvSpPr>
        <p:spPr>
          <a:xfrm>
            <a:off x="6273800" y="2386584"/>
            <a:ext cx="4325112" cy="2459736"/>
          </a:xfrm>
        </p:spPr>
        <p:txBody>
          <a:bodyPr>
            <a:normAutofit fontScale="92500"/>
          </a:bodyPr>
          <a:lstStyle/>
          <a:p>
            <a:r>
              <a:rPr lang="en-US" dirty="0"/>
              <a:t>If your lead times are on the longer side you may need to look at the smaller picture. Are you working with system that are old and have grown into a massive, hardly-manageable system? Do you have testing done manually when you could automate that? Are there some areas that you can streamline the approval process?</a:t>
            </a:r>
          </a:p>
        </p:txBody>
      </p:sp>
    </p:spTree>
    <p:extLst>
      <p:ext uri="{BB962C8B-B14F-4D97-AF65-F5344CB8AC3E}">
        <p14:creationId xmlns:p14="http://schemas.microsoft.com/office/powerpoint/2010/main" val="276697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A7F7D-84A3-2E1A-664F-A52D4FD287C5}"/>
              </a:ext>
            </a:extLst>
          </p:cNvPr>
          <p:cNvSpPr>
            <a:spLocks noGrp="1"/>
          </p:cNvSpPr>
          <p:nvPr>
            <p:ph type="title"/>
          </p:nvPr>
        </p:nvSpPr>
        <p:spPr/>
        <p:txBody>
          <a:bodyPr/>
          <a:lstStyle/>
          <a:p>
            <a:r>
              <a:rPr lang="en-US" dirty="0"/>
              <a:t>IT’s my lead time and I want it now! What steps can you take to shorten your lead time?</a:t>
            </a:r>
          </a:p>
        </p:txBody>
      </p:sp>
      <p:pic>
        <p:nvPicPr>
          <p:cNvPr id="8" name="Picture Placeholder 7" descr="Close up of waves on the beach">
            <a:extLst>
              <a:ext uri="{FF2B5EF4-FFF2-40B4-BE49-F238E27FC236}">
                <a16:creationId xmlns:a16="http://schemas.microsoft.com/office/drawing/2014/main" id="{38F74083-643A-7BB7-3E34-3CE81CB4BCD5}"/>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p:pic>
      <p:sp>
        <p:nvSpPr>
          <p:cNvPr id="3" name="Text Placeholder 2">
            <a:extLst>
              <a:ext uri="{FF2B5EF4-FFF2-40B4-BE49-F238E27FC236}">
                <a16:creationId xmlns:a16="http://schemas.microsoft.com/office/drawing/2014/main" id="{9E60B546-A3C2-9374-B0C2-E79D26B38E3E}"/>
              </a:ext>
            </a:extLst>
          </p:cNvPr>
          <p:cNvSpPr>
            <a:spLocks noGrp="1"/>
          </p:cNvSpPr>
          <p:nvPr>
            <p:ph type="body" sz="quarter" idx="13"/>
          </p:nvPr>
        </p:nvSpPr>
        <p:spPr>
          <a:xfrm>
            <a:off x="5151840" y="1615441"/>
            <a:ext cx="6119865" cy="1274565"/>
          </a:xfrm>
        </p:spPr>
        <p:txBody>
          <a:bodyPr>
            <a:normAutofit/>
          </a:bodyPr>
          <a:lstStyle/>
          <a:p>
            <a:r>
              <a:rPr lang="en-US" sz="1600" dirty="0"/>
              <a:t>To keep your lead times down, you want to make sure you sending feedback to you developers as often as possible. This allows them to adapt their code quickly, and more importantly independently, so that you can deploy the fix in a timely manner.</a:t>
            </a:r>
          </a:p>
          <a:p>
            <a:endParaRPr lang="en-US" sz="1600" dirty="0"/>
          </a:p>
        </p:txBody>
      </p:sp>
      <p:sp>
        <p:nvSpPr>
          <p:cNvPr id="7" name="Text Placeholder 2">
            <a:extLst>
              <a:ext uri="{FF2B5EF4-FFF2-40B4-BE49-F238E27FC236}">
                <a16:creationId xmlns:a16="http://schemas.microsoft.com/office/drawing/2014/main" id="{F23A2691-6F80-5360-8097-F8192DA3E7D4}"/>
              </a:ext>
            </a:extLst>
          </p:cNvPr>
          <p:cNvSpPr txBox="1">
            <a:spLocks/>
          </p:cNvSpPr>
          <p:nvPr/>
        </p:nvSpPr>
        <p:spPr>
          <a:xfrm>
            <a:off x="5151839" y="3673816"/>
            <a:ext cx="6119865" cy="157083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9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9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By keeping your architecture modular, well encapsulated, and loosely coupled you’re able to have small teams working on several parts of the project at once, and with a high degree of autonomy since you’re able to bring each part together when they’re done. If one part does fail, you can easily have that team work on the failure and have all the other teams continue working with no interruption.</a:t>
            </a:r>
          </a:p>
          <a:p>
            <a:endParaRPr lang="en-US" sz="1600" dirty="0"/>
          </a:p>
        </p:txBody>
      </p:sp>
    </p:spTree>
    <p:extLst>
      <p:ext uri="{BB962C8B-B14F-4D97-AF65-F5344CB8AC3E}">
        <p14:creationId xmlns:p14="http://schemas.microsoft.com/office/powerpoint/2010/main" val="3516832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763E2-FF38-A0E1-FBA1-2251C2A9B756}"/>
              </a:ext>
            </a:extLst>
          </p:cNvPr>
          <p:cNvSpPr>
            <a:spLocks noGrp="1"/>
          </p:cNvSpPr>
          <p:nvPr>
            <p:ph type="title"/>
          </p:nvPr>
        </p:nvSpPr>
        <p:spPr>
          <a:xfrm>
            <a:off x="7624688" y="4318002"/>
            <a:ext cx="3741303" cy="1727191"/>
          </a:xfrm>
        </p:spPr>
        <p:txBody>
          <a:bodyPr>
            <a:normAutofit/>
          </a:bodyPr>
          <a:lstStyle/>
          <a:p>
            <a:r>
              <a:rPr lang="en-US" dirty="0"/>
              <a:t>In the Technology Value Stream, lead time starts as soon as the change request comes in.</a:t>
            </a:r>
          </a:p>
        </p:txBody>
      </p:sp>
      <p:sp>
        <p:nvSpPr>
          <p:cNvPr id="6" name="Title 1">
            <a:extLst>
              <a:ext uri="{FF2B5EF4-FFF2-40B4-BE49-F238E27FC236}">
                <a16:creationId xmlns:a16="http://schemas.microsoft.com/office/drawing/2014/main" id="{D070AE21-FC13-975D-7917-BF30C6759F28}"/>
              </a:ext>
            </a:extLst>
          </p:cNvPr>
          <p:cNvSpPr txBox="1">
            <a:spLocks/>
          </p:cNvSpPr>
          <p:nvPr/>
        </p:nvSpPr>
        <p:spPr>
          <a:xfrm>
            <a:off x="813816" y="1615443"/>
            <a:ext cx="3437583" cy="4099202"/>
          </a:xfrm>
          <a:prstGeom prst="rect">
            <a:avLst/>
          </a:prstGeom>
        </p:spPr>
        <p:txBody>
          <a:bodyPr vert="horz" lIns="91440" tIns="45720" rIns="91440" bIns="45720" rtlCol="0" anchor="b" anchorCtr="0">
            <a:normAutofit/>
          </a:bodyPr>
          <a:lstStyle>
            <a:lvl1pPr algn="l" defTabSz="914400" rtl="0" eaLnBrk="1" latinLnBrk="0" hangingPunct="1">
              <a:lnSpc>
                <a:spcPct val="110000"/>
              </a:lnSpc>
              <a:spcBef>
                <a:spcPct val="0"/>
              </a:spcBef>
              <a:buNone/>
              <a:defRPr sz="2000" b="0" i="0" kern="1200" cap="none" spc="0" baseline="0">
                <a:solidFill>
                  <a:schemeClr val="tx1"/>
                </a:solidFill>
                <a:latin typeface="+mn-lt"/>
                <a:ea typeface="+mj-ea"/>
                <a:cs typeface="Poppins Light" pitchFamily="2" charset="77"/>
              </a:defRPr>
            </a:lvl1pPr>
          </a:lstStyle>
          <a:p>
            <a:r>
              <a:rPr lang="en-US" sz="3200" b="1" dirty="0">
                <a:latin typeface="Poppins" panose="00000500000000000000" pitchFamily="2" charset="0"/>
                <a:cs typeface="Poppins" panose="00000500000000000000" pitchFamily="2" charset="0"/>
              </a:rPr>
              <a:t>WHEN DOES LEAD TIME START?</a:t>
            </a:r>
          </a:p>
        </p:txBody>
      </p:sp>
    </p:spTree>
    <p:extLst>
      <p:ext uri="{BB962C8B-B14F-4D97-AF65-F5344CB8AC3E}">
        <p14:creationId xmlns:p14="http://schemas.microsoft.com/office/powerpoint/2010/main" val="306656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772F-1D1B-134C-1CC1-6CFCCAB50C0F}"/>
              </a:ext>
            </a:extLst>
          </p:cNvPr>
          <p:cNvSpPr>
            <a:spLocks noGrp="1"/>
          </p:cNvSpPr>
          <p:nvPr>
            <p:ph type="ctrTitle"/>
          </p:nvPr>
        </p:nvSpPr>
        <p:spPr>
          <a:xfrm>
            <a:off x="813815" y="1196492"/>
            <a:ext cx="4800600" cy="4935272"/>
          </a:xfrm>
        </p:spPr>
        <p:txBody>
          <a:bodyPr/>
          <a:lstStyle/>
          <a:p>
            <a:r>
              <a:rPr lang="en-US" dirty="0"/>
              <a:t>How long should my lead time be?</a:t>
            </a:r>
          </a:p>
        </p:txBody>
      </p:sp>
      <p:sp>
        <p:nvSpPr>
          <p:cNvPr id="6" name="TextBox 5">
            <a:extLst>
              <a:ext uri="{FF2B5EF4-FFF2-40B4-BE49-F238E27FC236}">
                <a16:creationId xmlns:a16="http://schemas.microsoft.com/office/drawing/2014/main" id="{3301C59F-B828-1062-05C8-D53342822671}"/>
              </a:ext>
            </a:extLst>
          </p:cNvPr>
          <p:cNvSpPr txBox="1"/>
          <p:nvPr/>
        </p:nvSpPr>
        <p:spPr>
          <a:xfrm>
            <a:off x="6497273" y="4467138"/>
            <a:ext cx="4983061" cy="1754326"/>
          </a:xfrm>
          <a:prstGeom prst="rect">
            <a:avLst/>
          </a:prstGeom>
          <a:noFill/>
        </p:spPr>
        <p:txBody>
          <a:bodyPr wrap="square" rtlCol="0">
            <a:spAutoFit/>
          </a:bodyPr>
          <a:lstStyle/>
          <a:p>
            <a:r>
              <a:rPr lang="en-US" dirty="0"/>
              <a:t>Ideally, you want you lead time as short as possible. You want to make sure you’re not cutting any corners though, which means it is imperative to have an efficient Value Stream and that everyone is working how they need to be.</a:t>
            </a:r>
          </a:p>
        </p:txBody>
      </p:sp>
    </p:spTree>
    <p:extLst>
      <p:ext uri="{BB962C8B-B14F-4D97-AF65-F5344CB8AC3E}">
        <p14:creationId xmlns:p14="http://schemas.microsoft.com/office/powerpoint/2010/main" val="35534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223728-0310-28AC-9DF0-74DB4A109E01}"/>
              </a:ext>
            </a:extLst>
          </p:cNvPr>
          <p:cNvSpPr>
            <a:spLocks noGrp="1"/>
          </p:cNvSpPr>
          <p:nvPr>
            <p:ph type="title"/>
          </p:nvPr>
        </p:nvSpPr>
        <p:spPr>
          <a:xfrm>
            <a:off x="2374084" y="0"/>
            <a:ext cx="7663343" cy="1711354"/>
          </a:xfrm>
        </p:spPr>
        <p:txBody>
          <a:bodyPr anchor="t"/>
          <a:lstStyle/>
          <a:p>
            <a:r>
              <a:rPr lang="en-US" sz="2000" cap="none" dirty="0">
                <a:latin typeface="+mn-lt"/>
              </a:rPr>
              <a:t>The following graphic is a great representation of the Value Stream, even though it is for a physical product and not software. You can see how your team receives the Raw Materials (the ticket) and then moves onto what needs to happen to make their product in an organized and efficient manner.</a:t>
            </a:r>
          </a:p>
        </p:txBody>
      </p:sp>
      <p:pic>
        <p:nvPicPr>
          <p:cNvPr id="9" name="Picture 8">
            <a:extLst>
              <a:ext uri="{FF2B5EF4-FFF2-40B4-BE49-F238E27FC236}">
                <a16:creationId xmlns:a16="http://schemas.microsoft.com/office/drawing/2014/main" id="{4A4DAC45-B8C8-F319-4E6B-6D1ECA791800}"/>
              </a:ext>
            </a:extLst>
          </p:cNvPr>
          <p:cNvPicPr>
            <a:picLocks noChangeAspect="1"/>
          </p:cNvPicPr>
          <p:nvPr/>
        </p:nvPicPr>
        <p:blipFill>
          <a:blip r:embed="rId2"/>
          <a:stretch>
            <a:fillRect/>
          </a:stretch>
        </p:blipFill>
        <p:spPr>
          <a:xfrm>
            <a:off x="0" y="2056711"/>
            <a:ext cx="12192000" cy="4111983"/>
          </a:xfrm>
          <a:prstGeom prst="rect">
            <a:avLst/>
          </a:prstGeom>
        </p:spPr>
      </p:pic>
      <p:sp>
        <p:nvSpPr>
          <p:cNvPr id="10" name="TextBox 9">
            <a:extLst>
              <a:ext uri="{FF2B5EF4-FFF2-40B4-BE49-F238E27FC236}">
                <a16:creationId xmlns:a16="http://schemas.microsoft.com/office/drawing/2014/main" id="{CCCF4701-0D0D-1841-4D18-AAF7A394A7EC}"/>
              </a:ext>
            </a:extLst>
          </p:cNvPr>
          <p:cNvSpPr txBox="1"/>
          <p:nvPr/>
        </p:nvSpPr>
        <p:spPr>
          <a:xfrm>
            <a:off x="1850470" y="6168694"/>
            <a:ext cx="8710569" cy="646331"/>
          </a:xfrm>
          <a:prstGeom prst="rect">
            <a:avLst/>
          </a:prstGeom>
          <a:noFill/>
        </p:spPr>
        <p:txBody>
          <a:bodyPr wrap="square" rtlCol="0">
            <a:spAutoFit/>
          </a:bodyPr>
          <a:lstStyle/>
          <a:p>
            <a:r>
              <a:rPr lang="en-US"/>
              <a:t>Paauwe, M. (2025). </a:t>
            </a:r>
            <a:r>
              <a:rPr lang="en-US" i="1"/>
              <a:t>Value Stream Definition | Dragon1 Open EA Method</a:t>
            </a:r>
            <a:r>
              <a:rPr lang="en-US"/>
              <a:t>. Dragon1.Com. https://www.dragon1.com/terms/value-stream-definition</a:t>
            </a:r>
          </a:p>
        </p:txBody>
      </p:sp>
    </p:spTree>
    <p:extLst>
      <p:ext uri="{BB962C8B-B14F-4D97-AF65-F5344CB8AC3E}">
        <p14:creationId xmlns:p14="http://schemas.microsoft.com/office/powerpoint/2010/main" val="4247410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C1E9-DA00-BD07-9D90-D65485267414}"/>
              </a:ext>
            </a:extLst>
          </p:cNvPr>
          <p:cNvSpPr>
            <a:spLocks noGrp="1"/>
          </p:cNvSpPr>
          <p:nvPr>
            <p:ph type="title"/>
          </p:nvPr>
        </p:nvSpPr>
        <p:spPr>
          <a:xfrm>
            <a:off x="812600" y="1300294"/>
            <a:ext cx="8229600" cy="4767091"/>
          </a:xfrm>
        </p:spPr>
        <p:txBody>
          <a:bodyPr anchor="t">
            <a:normAutofit/>
          </a:bodyPr>
          <a:lstStyle/>
          <a:p>
            <a:r>
              <a:rPr lang="en-US" dirty="0"/>
              <a:t>Kim, G., Humble, J., Debois, P., &amp; Willis, J. (2016). </a:t>
            </a:r>
            <a:r>
              <a:rPr lang="en-US" i="1" dirty="0"/>
              <a:t>The DevOps Handbook</a:t>
            </a:r>
            <a:r>
              <a:rPr lang="en-US" dirty="0"/>
              <a:t>. IT Revolution.</a:t>
            </a:r>
            <a:br>
              <a:rPr lang="en-US" dirty="0"/>
            </a:br>
            <a:br>
              <a:rPr lang="en-US" dirty="0"/>
            </a:br>
            <a:r>
              <a:rPr lang="en-US" dirty="0"/>
              <a:t>Paauwe, M. (2025). </a:t>
            </a:r>
            <a:r>
              <a:rPr lang="en-US" i="1" dirty="0"/>
              <a:t>Value Stream Definition | Dragon1 Open EA Method</a:t>
            </a:r>
            <a:r>
              <a:rPr lang="en-US" dirty="0"/>
              <a:t>. Dragon1.Com. https://www.dragon1.com/terms/value-stream-definition</a:t>
            </a:r>
            <a:br>
              <a:rPr lang="en-US" dirty="0"/>
            </a:br>
            <a:endParaRPr lang="en-US" dirty="0"/>
          </a:p>
        </p:txBody>
      </p:sp>
      <p:sp>
        <p:nvSpPr>
          <p:cNvPr id="3" name="Content Placeholder 2">
            <a:extLst>
              <a:ext uri="{FF2B5EF4-FFF2-40B4-BE49-F238E27FC236}">
                <a16:creationId xmlns:a16="http://schemas.microsoft.com/office/drawing/2014/main" id="{ABA1C6A3-EEB1-8526-580F-D4CCB4EAAB46}"/>
              </a:ext>
            </a:extLst>
          </p:cNvPr>
          <p:cNvSpPr>
            <a:spLocks noGrp="1"/>
          </p:cNvSpPr>
          <p:nvPr>
            <p:ph sz="quarter" idx="13"/>
          </p:nvPr>
        </p:nvSpPr>
        <p:spPr>
          <a:xfrm>
            <a:off x="792280" y="776028"/>
            <a:ext cx="8229600" cy="679462"/>
          </a:xfrm>
        </p:spPr>
        <p:txBody>
          <a:bodyPr>
            <a:normAutofit lnSpcReduction="10000"/>
          </a:bodyPr>
          <a:lstStyle/>
          <a:p>
            <a:r>
              <a:rPr lang="en-US" dirty="0"/>
              <a:t>References</a:t>
            </a:r>
          </a:p>
        </p:txBody>
      </p:sp>
    </p:spTree>
    <p:extLst>
      <p:ext uri="{BB962C8B-B14F-4D97-AF65-F5344CB8AC3E}">
        <p14:creationId xmlns:p14="http://schemas.microsoft.com/office/powerpoint/2010/main" val="2759999973"/>
      </p:ext>
    </p:extLst>
  </p:cSld>
  <p:clrMapOvr>
    <a:masterClrMapping/>
  </p:clrMapOvr>
</p:sld>
</file>

<file path=ppt/theme/theme1.xml><?xml version="1.0" encoding="utf-8"?>
<a:theme xmlns:a="http://schemas.openxmlformats.org/drawingml/2006/main" name="Epic Nature">
  <a:themeElements>
    <a:clrScheme name="Finance Presentation">
      <a:dk1>
        <a:srgbClr val="000000"/>
      </a:dk1>
      <a:lt1>
        <a:srgbClr val="FFFFFF"/>
      </a:lt1>
      <a:dk2>
        <a:srgbClr val="0E2841"/>
      </a:dk2>
      <a:lt2>
        <a:srgbClr val="E8E8E8"/>
      </a:lt2>
      <a:accent1>
        <a:srgbClr val="D0C262"/>
      </a:accent1>
      <a:accent2>
        <a:srgbClr val="FEB8B8"/>
      </a:accent2>
      <a:accent3>
        <a:srgbClr val="6B2138"/>
      </a:accent3>
      <a:accent4>
        <a:srgbClr val="FC5316"/>
      </a:accent4>
      <a:accent5>
        <a:srgbClr val="B7D9FE"/>
      </a:accent5>
      <a:accent6>
        <a:srgbClr val="263343"/>
      </a:accent6>
      <a:hlink>
        <a:srgbClr val="467886"/>
      </a:hlink>
      <a:folHlink>
        <a:srgbClr val="96607D"/>
      </a:folHlink>
    </a:clrScheme>
    <a:fontScheme name="B&amp;W Minimalist Drama">
      <a:majorFont>
        <a:latin typeface="Poppins"/>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W minimalist finance presentation_win32_DN_v2" id="{992472E5-D41A-4065-A484-868BE56B4712}" vid="{4BE192B5-7531-40E5-BCC9-1BA14634D2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C4B9AF2-5B11-48FF-A8A8-964B2D972562}">
  <ds:schemaRefs>
    <ds:schemaRef ds:uri="230e9df3-be65-4c73-a93b-d1236ebd677e"/>
    <ds:schemaRef ds:uri="http://www.w3.org/XML/1998/namespace"/>
    <ds:schemaRef ds:uri="http://schemas.microsoft.com/sharepoint/v3"/>
    <ds:schemaRef ds:uri="http://purl.org/dc/dcmitype/"/>
    <ds:schemaRef ds:uri="http://schemas.microsoft.com/office/2006/documentManagement/types"/>
    <ds:schemaRef ds:uri="http://schemas.microsoft.com/office/infopath/2007/PartnerControls"/>
    <ds:schemaRef ds:uri="16c05727-aa75-4e4a-9b5f-8a80a1165891"/>
    <ds:schemaRef ds:uri="http://schemas.openxmlformats.org/package/2006/metadata/core-properties"/>
    <ds:schemaRef ds:uri="http://purl.org/dc/elements/1.1/"/>
    <ds:schemaRef ds:uri="71af3243-3dd4-4a8d-8c0d-dd76da1f02a5"/>
    <ds:schemaRef ds:uri="http://schemas.microsoft.com/office/2006/metadata/properties"/>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{6CE45635-AF35-46CD-BCB2-1C2E22AB6325}920b6ce2-c783-4247-88db-32555217a6bf-TF1fdf540a-9f60-4c51-93ba-5f26bfbd0af89c4d3c5c_win32</Template>
  <TotalTime>0</TotalTime>
  <Words>543</Words>
  <Application>Microsoft Office PowerPoint</Application>
  <PresentationFormat>Widescreen</PresentationFormat>
  <Paragraphs>20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Poppins</vt:lpstr>
      <vt:lpstr>Poppins Light</vt:lpstr>
      <vt:lpstr>Epic Nature</vt:lpstr>
      <vt:lpstr>The technology value stream</vt:lpstr>
      <vt:lpstr>What is the technology value stream?</vt:lpstr>
      <vt:lpstr>Lead time vs process time</vt:lpstr>
      <vt:lpstr>My lead time is into the months, why is that?</vt:lpstr>
      <vt:lpstr>IT’s my lead time and I want it now! What steps can you take to shorten your lead time?</vt:lpstr>
      <vt:lpstr>In the Technology Value Stream, lead time starts as soon as the change request comes in.</vt:lpstr>
      <vt:lpstr>How long should my lead time be?</vt:lpstr>
      <vt:lpstr>The following graphic is a great representation of the Value Stream, even though it is for a physical product and not software. You can see how your team receives the Raw Materials (the ticket) and then moves onto what needs to happen to make their product in an organized and efficient manner.</vt:lpstr>
      <vt:lpstr>Kim, G., Humble, J., Debois, P., &amp; Willis, J. (2016). The DevOps Handbook. IT Revolution.  Paauwe, M. (2025). Value Stream Definition | Dragon1 Open EA Method. Dragon1.Com. https://www.dragon1.com/terms/value-stream-definition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Garrett woods</dc:creator>
  <cp:lastModifiedBy>Garrett woods</cp:lastModifiedBy>
  <cp:revision>1</cp:revision>
  <dcterms:created xsi:type="dcterms:W3CDTF">2026-10-22T12:17:48Z</dcterms:created>
  <dcterms:modified xsi:type="dcterms:W3CDTF">2026-10-22T13:21:42Z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